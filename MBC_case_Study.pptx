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6"/>
    <p:restoredTop sz="94710"/>
  </p:normalViewPr>
  <p:slideViewPr>
    <p:cSldViewPr snapToGrid="0">
      <p:cViewPr>
        <p:scale>
          <a:sx n="101" d="100"/>
          <a:sy n="101" d="100"/>
        </p:scale>
        <p:origin x="72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DB7ACE-CFF5-491E-8E2D-D32C2BD81ACE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1F770E2-4B6E-48C2-B161-AEB462D2B485}">
      <dgm:prSet/>
      <dgm:spPr/>
      <dgm:t>
        <a:bodyPr/>
        <a:lstStyle/>
        <a:p>
          <a:r>
            <a:rPr lang="en-US"/>
            <a:t>Maximize</a:t>
          </a:r>
        </a:p>
      </dgm:t>
    </dgm:pt>
    <dgm:pt modelId="{EC8D9C34-6F23-49CF-92A0-EAF079168F24}" type="parTrans" cxnId="{886E36E5-2C90-4840-87AE-F416B7AAFE9F}">
      <dgm:prSet/>
      <dgm:spPr/>
      <dgm:t>
        <a:bodyPr/>
        <a:lstStyle/>
        <a:p>
          <a:endParaRPr lang="en-US"/>
        </a:p>
      </dgm:t>
    </dgm:pt>
    <dgm:pt modelId="{61A1E7A6-77CC-4E04-881D-76D504319740}" type="sibTrans" cxnId="{886E36E5-2C90-4840-87AE-F416B7AAFE9F}">
      <dgm:prSet/>
      <dgm:spPr/>
      <dgm:t>
        <a:bodyPr/>
        <a:lstStyle/>
        <a:p>
          <a:endParaRPr lang="en-US"/>
        </a:p>
      </dgm:t>
    </dgm:pt>
    <dgm:pt modelId="{ADCA1857-C53A-4874-91FA-DC66393A9293}">
      <dgm:prSet/>
      <dgm:spPr/>
      <dgm:t>
        <a:bodyPr/>
        <a:lstStyle/>
        <a:p>
          <a:r>
            <a:rPr lang="en-US"/>
            <a:t>Maximize total TRP for the 10 new programs</a:t>
          </a:r>
        </a:p>
      </dgm:t>
    </dgm:pt>
    <dgm:pt modelId="{FAFEBCA2-02B4-4359-97A7-507F3001764F}" type="parTrans" cxnId="{0906BB16-CFA2-4077-8FDE-5FBCD2D1FF4F}">
      <dgm:prSet/>
      <dgm:spPr/>
      <dgm:t>
        <a:bodyPr/>
        <a:lstStyle/>
        <a:p>
          <a:endParaRPr lang="en-US"/>
        </a:p>
      </dgm:t>
    </dgm:pt>
    <dgm:pt modelId="{92EC1A10-3005-4F32-820C-3D4449495B91}" type="sibTrans" cxnId="{0906BB16-CFA2-4077-8FDE-5FBCD2D1FF4F}">
      <dgm:prSet/>
      <dgm:spPr/>
      <dgm:t>
        <a:bodyPr/>
        <a:lstStyle/>
        <a:p>
          <a:endParaRPr lang="en-US"/>
        </a:p>
      </dgm:t>
    </dgm:pt>
    <dgm:pt modelId="{1FBD7ADF-CA98-4335-88A5-CE6A65BA3117}">
      <dgm:prSet/>
      <dgm:spPr/>
      <dgm:t>
        <a:bodyPr/>
        <a:lstStyle/>
        <a:p>
          <a:r>
            <a:rPr lang="en-US"/>
            <a:t>Place</a:t>
          </a:r>
        </a:p>
      </dgm:t>
    </dgm:pt>
    <dgm:pt modelId="{3301FEDE-64A6-4961-AE99-6E9385FD1045}" type="parTrans" cxnId="{FC21AAE5-6A8F-4FBA-9EDE-7F69D06923DF}">
      <dgm:prSet/>
      <dgm:spPr/>
      <dgm:t>
        <a:bodyPr/>
        <a:lstStyle/>
        <a:p>
          <a:endParaRPr lang="en-US"/>
        </a:p>
      </dgm:t>
    </dgm:pt>
    <dgm:pt modelId="{BDA27648-57A8-454B-9913-255C8FEB7133}" type="sibTrans" cxnId="{FC21AAE5-6A8F-4FBA-9EDE-7F69D06923DF}">
      <dgm:prSet/>
      <dgm:spPr/>
      <dgm:t>
        <a:bodyPr/>
        <a:lstStyle/>
        <a:p>
          <a:endParaRPr lang="en-US"/>
        </a:p>
      </dgm:t>
    </dgm:pt>
    <dgm:pt modelId="{F05DC83D-6998-4E7F-AEB6-F3047D1113C3}">
      <dgm:prSet/>
      <dgm:spPr/>
      <dgm:t>
        <a:bodyPr/>
        <a:lstStyle/>
        <a:p>
          <a:r>
            <a:rPr lang="en-US"/>
            <a:t>Place all programs exactly once on the grid</a:t>
          </a:r>
        </a:p>
      </dgm:t>
    </dgm:pt>
    <dgm:pt modelId="{0355221E-68B7-453B-9B38-58482D9B2712}" type="parTrans" cxnId="{1A72A274-C9AE-49D7-A055-2B1AF78A0FC4}">
      <dgm:prSet/>
      <dgm:spPr/>
      <dgm:t>
        <a:bodyPr/>
        <a:lstStyle/>
        <a:p>
          <a:endParaRPr lang="en-US"/>
        </a:p>
      </dgm:t>
    </dgm:pt>
    <dgm:pt modelId="{BDFD939E-23D2-4A26-AABE-D3A24AEB93A9}" type="sibTrans" cxnId="{1A72A274-C9AE-49D7-A055-2B1AF78A0FC4}">
      <dgm:prSet/>
      <dgm:spPr/>
      <dgm:t>
        <a:bodyPr/>
        <a:lstStyle/>
        <a:p>
          <a:endParaRPr lang="en-US"/>
        </a:p>
      </dgm:t>
    </dgm:pt>
    <dgm:pt modelId="{1CCA2D13-4F5C-4359-88B3-3D054E274FF1}">
      <dgm:prSet/>
      <dgm:spPr/>
      <dgm:t>
        <a:bodyPr/>
        <a:lstStyle/>
        <a:p>
          <a:r>
            <a:rPr lang="en-US"/>
            <a:t>Respect</a:t>
          </a:r>
        </a:p>
      </dgm:t>
    </dgm:pt>
    <dgm:pt modelId="{7AA51226-0E00-4DA8-8CAE-7AB89BE9D7D2}" type="parTrans" cxnId="{6A30D8C0-B30E-4D42-B6E7-F6CACB9A6C20}">
      <dgm:prSet/>
      <dgm:spPr/>
      <dgm:t>
        <a:bodyPr/>
        <a:lstStyle/>
        <a:p>
          <a:endParaRPr lang="en-US"/>
        </a:p>
      </dgm:t>
    </dgm:pt>
    <dgm:pt modelId="{BAB47745-16EC-4EDB-A429-D0C247F2EA21}" type="sibTrans" cxnId="{6A30D8C0-B30E-4D42-B6E7-F6CACB9A6C20}">
      <dgm:prSet/>
      <dgm:spPr/>
      <dgm:t>
        <a:bodyPr/>
        <a:lstStyle/>
        <a:p>
          <a:endParaRPr lang="en-US"/>
        </a:p>
      </dgm:t>
    </dgm:pt>
    <dgm:pt modelId="{77822D89-CF69-4CFE-8E28-DC421DC82265}">
      <dgm:prSet/>
      <dgm:spPr/>
      <dgm:t>
        <a:bodyPr/>
        <a:lstStyle/>
        <a:p>
          <a:r>
            <a:rPr lang="en-US"/>
            <a:t>Respect constraints:</a:t>
          </a:r>
        </a:p>
      </dgm:t>
    </dgm:pt>
    <dgm:pt modelId="{BBE70EC9-52A8-4597-B4C1-7238C70B8AE7}" type="parTrans" cxnId="{3E21D483-D519-440B-8786-C748017C4530}">
      <dgm:prSet/>
      <dgm:spPr/>
      <dgm:t>
        <a:bodyPr/>
        <a:lstStyle/>
        <a:p>
          <a:endParaRPr lang="en-US"/>
        </a:p>
      </dgm:t>
    </dgm:pt>
    <dgm:pt modelId="{6B65B8BC-AE49-4224-B3C5-0C251FD22FAF}" type="sibTrans" cxnId="{3E21D483-D519-440B-8786-C748017C4530}">
      <dgm:prSet/>
      <dgm:spPr/>
      <dgm:t>
        <a:bodyPr/>
        <a:lstStyle/>
        <a:p>
          <a:endParaRPr lang="en-US"/>
        </a:p>
      </dgm:t>
    </dgm:pt>
    <dgm:pt modelId="{3F5D48CD-3772-4263-BF7E-A0C83B706982}">
      <dgm:prSet/>
      <dgm:spPr/>
      <dgm:t>
        <a:bodyPr/>
        <a:lstStyle/>
        <a:p>
          <a:r>
            <a:rPr lang="en-US"/>
            <a:t>Duration rules (weekday = 1 hour, weekend = 2 hours)</a:t>
          </a:r>
        </a:p>
      </dgm:t>
    </dgm:pt>
    <dgm:pt modelId="{2302724D-A5F8-497C-A496-AE977ED1E37D}" type="parTrans" cxnId="{C79EFE54-2D99-4CD1-B684-E5F3C11AB9C7}">
      <dgm:prSet/>
      <dgm:spPr/>
      <dgm:t>
        <a:bodyPr/>
        <a:lstStyle/>
        <a:p>
          <a:endParaRPr lang="en-US"/>
        </a:p>
      </dgm:t>
    </dgm:pt>
    <dgm:pt modelId="{4D283A5E-274C-417D-BBD0-7FEE1DB7FBBA}" type="sibTrans" cxnId="{C79EFE54-2D99-4CD1-B684-E5F3C11AB9C7}">
      <dgm:prSet/>
      <dgm:spPr/>
      <dgm:t>
        <a:bodyPr/>
        <a:lstStyle/>
        <a:p>
          <a:endParaRPr lang="en-US"/>
        </a:p>
      </dgm:t>
    </dgm:pt>
    <dgm:pt modelId="{17F6B199-B07E-44F6-A4E9-8A6581FB5FC1}">
      <dgm:prSet/>
      <dgm:spPr/>
      <dgm:t>
        <a:bodyPr/>
        <a:lstStyle/>
        <a:p>
          <a:r>
            <a:rPr lang="en-US"/>
            <a:t>Genre Spacing avoid same-genre consecutive programs)</a:t>
          </a:r>
        </a:p>
      </dgm:t>
    </dgm:pt>
    <dgm:pt modelId="{DEB99028-18CE-4B72-AE53-1F93FD862D17}" type="parTrans" cxnId="{1E163077-7CAB-4B06-AA40-A0BFF1B00AD2}">
      <dgm:prSet/>
      <dgm:spPr/>
      <dgm:t>
        <a:bodyPr/>
        <a:lstStyle/>
        <a:p>
          <a:endParaRPr lang="en-US"/>
        </a:p>
      </dgm:t>
    </dgm:pt>
    <dgm:pt modelId="{A5E7C866-F7EF-4331-8CAB-878ED89CC799}" type="sibTrans" cxnId="{1E163077-7CAB-4B06-AA40-A0BFF1B00AD2}">
      <dgm:prSet/>
      <dgm:spPr/>
      <dgm:t>
        <a:bodyPr/>
        <a:lstStyle/>
        <a:p>
          <a:endParaRPr lang="en-US"/>
        </a:p>
      </dgm:t>
    </dgm:pt>
    <dgm:pt modelId="{24BB2D89-3C8C-4210-A957-FACCA8BBCD42}">
      <dgm:prSet/>
      <dgm:spPr/>
      <dgm:t>
        <a:bodyPr/>
        <a:lstStyle/>
        <a:p>
          <a:r>
            <a:rPr lang="en-US"/>
            <a:t>Peak-hour TRP for maximum viewership</a:t>
          </a:r>
        </a:p>
      </dgm:t>
    </dgm:pt>
    <dgm:pt modelId="{8352E4D7-FFEB-4637-BA7D-8AE58DFB924B}" type="parTrans" cxnId="{ADF2030A-5DCE-45F7-80EC-C4E6980BE33D}">
      <dgm:prSet/>
      <dgm:spPr/>
      <dgm:t>
        <a:bodyPr/>
        <a:lstStyle/>
        <a:p>
          <a:endParaRPr lang="en-US"/>
        </a:p>
      </dgm:t>
    </dgm:pt>
    <dgm:pt modelId="{6FF174B2-68E6-46BE-9F58-449FAC64F9F7}" type="sibTrans" cxnId="{ADF2030A-5DCE-45F7-80EC-C4E6980BE33D}">
      <dgm:prSet/>
      <dgm:spPr/>
      <dgm:t>
        <a:bodyPr/>
        <a:lstStyle/>
        <a:p>
          <a:endParaRPr lang="en-US"/>
        </a:p>
      </dgm:t>
    </dgm:pt>
    <dgm:pt modelId="{5710AB16-B5FB-4C2D-8885-EB53D8B378E5}">
      <dgm:prSet/>
      <dgm:spPr/>
      <dgm:t>
        <a:bodyPr/>
        <a:lstStyle/>
        <a:p>
          <a:r>
            <a:rPr lang="en-US"/>
            <a:t>Weekend vs Weekday dynamics</a:t>
          </a:r>
        </a:p>
      </dgm:t>
    </dgm:pt>
    <dgm:pt modelId="{F449CA29-8DA3-4ABC-AB53-3D6C1E7D8879}" type="parTrans" cxnId="{E106AF2A-7838-47D7-BD02-191BF75FF82F}">
      <dgm:prSet/>
      <dgm:spPr/>
      <dgm:t>
        <a:bodyPr/>
        <a:lstStyle/>
        <a:p>
          <a:endParaRPr lang="en-US"/>
        </a:p>
      </dgm:t>
    </dgm:pt>
    <dgm:pt modelId="{904700F1-A2A5-4D1C-BFED-A85DA6029041}" type="sibTrans" cxnId="{E106AF2A-7838-47D7-BD02-191BF75FF82F}">
      <dgm:prSet/>
      <dgm:spPr/>
      <dgm:t>
        <a:bodyPr/>
        <a:lstStyle/>
        <a:p>
          <a:endParaRPr lang="en-US"/>
        </a:p>
      </dgm:t>
    </dgm:pt>
    <dgm:pt modelId="{C6CDF43B-F23B-4B5E-A756-042270212425}">
      <dgm:prSet/>
      <dgm:spPr/>
      <dgm:t>
        <a:bodyPr/>
        <a:lstStyle/>
        <a:p>
          <a:r>
            <a:rPr lang="en-US"/>
            <a:t>Leverage</a:t>
          </a:r>
        </a:p>
      </dgm:t>
    </dgm:pt>
    <dgm:pt modelId="{5D11AA7C-D80C-4514-AC2F-94E5D2373B1C}" type="parTrans" cxnId="{F590FE2F-17C0-49C4-8DE3-ABA65BE6DEDD}">
      <dgm:prSet/>
      <dgm:spPr/>
      <dgm:t>
        <a:bodyPr/>
        <a:lstStyle/>
        <a:p>
          <a:endParaRPr lang="en-US"/>
        </a:p>
      </dgm:t>
    </dgm:pt>
    <dgm:pt modelId="{F9C5D4D4-726D-48E1-8288-D0ADA62A5E7B}" type="sibTrans" cxnId="{F590FE2F-17C0-49C4-8DE3-ABA65BE6DEDD}">
      <dgm:prSet/>
      <dgm:spPr/>
      <dgm:t>
        <a:bodyPr/>
        <a:lstStyle/>
        <a:p>
          <a:endParaRPr lang="en-US"/>
        </a:p>
      </dgm:t>
    </dgm:pt>
    <dgm:pt modelId="{6F51B453-DEE9-4B86-9A64-4E476FAA877D}">
      <dgm:prSet/>
      <dgm:spPr/>
      <dgm:t>
        <a:bodyPr/>
        <a:lstStyle/>
        <a:p>
          <a:r>
            <a:rPr lang="en-US"/>
            <a:t>Leverage AI-generated metadata (subgenre, tone, violence, theme, age group)</a:t>
          </a:r>
        </a:p>
      </dgm:t>
    </dgm:pt>
    <dgm:pt modelId="{191033EA-3420-4F2F-8015-026DF5B1F584}" type="parTrans" cxnId="{9FCFA723-C054-4284-ACC1-7BB2E6886527}">
      <dgm:prSet/>
      <dgm:spPr/>
      <dgm:t>
        <a:bodyPr/>
        <a:lstStyle/>
        <a:p>
          <a:endParaRPr lang="en-US"/>
        </a:p>
      </dgm:t>
    </dgm:pt>
    <dgm:pt modelId="{E6FF64CB-C345-411B-B69D-48844706036A}" type="sibTrans" cxnId="{9FCFA723-C054-4284-ACC1-7BB2E6886527}">
      <dgm:prSet/>
      <dgm:spPr/>
      <dgm:t>
        <a:bodyPr/>
        <a:lstStyle/>
        <a:p>
          <a:endParaRPr lang="en-US"/>
        </a:p>
      </dgm:t>
    </dgm:pt>
    <dgm:pt modelId="{D774C053-ED5E-486F-B55E-E598CB601C80}">
      <dgm:prSet/>
      <dgm:spPr/>
      <dgm:t>
        <a:bodyPr/>
        <a:lstStyle/>
        <a:p>
          <a:r>
            <a:rPr lang="en-US"/>
            <a:t>Produce</a:t>
          </a:r>
        </a:p>
      </dgm:t>
    </dgm:pt>
    <dgm:pt modelId="{F0145FC8-DF05-4982-BA2D-E6D2D10A8052}" type="parTrans" cxnId="{FA748865-5BD3-4C8E-ADB4-27353BE07C4F}">
      <dgm:prSet/>
      <dgm:spPr/>
      <dgm:t>
        <a:bodyPr/>
        <a:lstStyle/>
        <a:p>
          <a:endParaRPr lang="en-US"/>
        </a:p>
      </dgm:t>
    </dgm:pt>
    <dgm:pt modelId="{AFF3CA38-DE16-4A3C-B81D-810F43AF6154}" type="sibTrans" cxnId="{FA748865-5BD3-4C8E-ADB4-27353BE07C4F}">
      <dgm:prSet/>
      <dgm:spPr/>
      <dgm:t>
        <a:bodyPr/>
        <a:lstStyle/>
        <a:p>
          <a:endParaRPr lang="en-US"/>
        </a:p>
      </dgm:t>
    </dgm:pt>
    <dgm:pt modelId="{7A04DE22-5442-4B2B-9C27-AE8A756EBA3B}">
      <dgm:prSet/>
      <dgm:spPr/>
      <dgm:t>
        <a:bodyPr/>
        <a:lstStyle/>
        <a:p>
          <a:r>
            <a:rPr lang="en-US"/>
            <a:t>Produce a clear, readable, optimized weekly schedule</a:t>
          </a:r>
        </a:p>
      </dgm:t>
    </dgm:pt>
    <dgm:pt modelId="{B60E2460-938C-4DB7-A639-9BD1FA8BBF7C}" type="parTrans" cxnId="{7626FE2C-EE1E-4C14-8C41-4867BC72E6DC}">
      <dgm:prSet/>
      <dgm:spPr/>
      <dgm:t>
        <a:bodyPr/>
        <a:lstStyle/>
        <a:p>
          <a:endParaRPr lang="en-US"/>
        </a:p>
      </dgm:t>
    </dgm:pt>
    <dgm:pt modelId="{3DDF3024-C14A-4934-BC90-FE569520DA8A}" type="sibTrans" cxnId="{7626FE2C-EE1E-4C14-8C41-4867BC72E6DC}">
      <dgm:prSet/>
      <dgm:spPr/>
      <dgm:t>
        <a:bodyPr/>
        <a:lstStyle/>
        <a:p>
          <a:endParaRPr lang="en-US"/>
        </a:p>
      </dgm:t>
    </dgm:pt>
    <dgm:pt modelId="{93FB5FF9-3750-9944-9F37-295C60F47904}" type="pres">
      <dgm:prSet presAssocID="{AFDB7ACE-CFF5-491E-8E2D-D32C2BD81ACE}" presName="Name0" presStyleCnt="0">
        <dgm:presLayoutVars>
          <dgm:dir/>
          <dgm:animLvl val="lvl"/>
          <dgm:resizeHandles val="exact"/>
        </dgm:presLayoutVars>
      </dgm:prSet>
      <dgm:spPr/>
    </dgm:pt>
    <dgm:pt modelId="{BE0FEFD9-402C-6444-8500-A5854AD0524B}" type="pres">
      <dgm:prSet presAssocID="{11F770E2-4B6E-48C2-B161-AEB462D2B485}" presName="composite" presStyleCnt="0"/>
      <dgm:spPr/>
    </dgm:pt>
    <dgm:pt modelId="{7C61AA83-2F1F-604A-8575-ABB2EF56F757}" type="pres">
      <dgm:prSet presAssocID="{11F770E2-4B6E-48C2-B161-AEB462D2B485}" presName="parTx" presStyleLbl="alignNode1" presStyleIdx="0" presStyleCnt="5">
        <dgm:presLayoutVars>
          <dgm:chMax val="0"/>
          <dgm:chPref val="0"/>
        </dgm:presLayoutVars>
      </dgm:prSet>
      <dgm:spPr/>
    </dgm:pt>
    <dgm:pt modelId="{361E1058-0761-2E4E-9026-2621F2A1651C}" type="pres">
      <dgm:prSet presAssocID="{11F770E2-4B6E-48C2-B161-AEB462D2B485}" presName="desTx" presStyleLbl="alignAccFollowNode1" presStyleIdx="0" presStyleCnt="5">
        <dgm:presLayoutVars/>
      </dgm:prSet>
      <dgm:spPr/>
    </dgm:pt>
    <dgm:pt modelId="{9B9C9BAE-ABB3-004B-92F6-D61BAAE1C6A2}" type="pres">
      <dgm:prSet presAssocID="{61A1E7A6-77CC-4E04-881D-76D504319740}" presName="space" presStyleCnt="0"/>
      <dgm:spPr/>
    </dgm:pt>
    <dgm:pt modelId="{B1609EB9-6D7E-1341-841D-58C21F7A5E14}" type="pres">
      <dgm:prSet presAssocID="{1FBD7ADF-CA98-4335-88A5-CE6A65BA3117}" presName="composite" presStyleCnt="0"/>
      <dgm:spPr/>
    </dgm:pt>
    <dgm:pt modelId="{180761AE-F95E-8E43-B7C6-45345F00D8D9}" type="pres">
      <dgm:prSet presAssocID="{1FBD7ADF-CA98-4335-88A5-CE6A65BA3117}" presName="parTx" presStyleLbl="alignNode1" presStyleIdx="1" presStyleCnt="5">
        <dgm:presLayoutVars>
          <dgm:chMax val="0"/>
          <dgm:chPref val="0"/>
        </dgm:presLayoutVars>
      </dgm:prSet>
      <dgm:spPr/>
    </dgm:pt>
    <dgm:pt modelId="{4705D3A7-E085-E54C-897A-DA9CA6000986}" type="pres">
      <dgm:prSet presAssocID="{1FBD7ADF-CA98-4335-88A5-CE6A65BA3117}" presName="desTx" presStyleLbl="alignAccFollowNode1" presStyleIdx="1" presStyleCnt="5">
        <dgm:presLayoutVars/>
      </dgm:prSet>
      <dgm:spPr/>
    </dgm:pt>
    <dgm:pt modelId="{E3FC98E5-CB56-6347-84E4-0E7450DCBF6D}" type="pres">
      <dgm:prSet presAssocID="{BDA27648-57A8-454B-9913-255C8FEB7133}" presName="space" presStyleCnt="0"/>
      <dgm:spPr/>
    </dgm:pt>
    <dgm:pt modelId="{65FA721D-F008-9849-8F52-BE0512B58108}" type="pres">
      <dgm:prSet presAssocID="{1CCA2D13-4F5C-4359-88B3-3D054E274FF1}" presName="composite" presStyleCnt="0"/>
      <dgm:spPr/>
    </dgm:pt>
    <dgm:pt modelId="{BD0EFA22-5952-DC46-9751-9753E702B336}" type="pres">
      <dgm:prSet presAssocID="{1CCA2D13-4F5C-4359-88B3-3D054E274FF1}" presName="parTx" presStyleLbl="alignNode1" presStyleIdx="2" presStyleCnt="5">
        <dgm:presLayoutVars>
          <dgm:chMax val="0"/>
          <dgm:chPref val="0"/>
        </dgm:presLayoutVars>
      </dgm:prSet>
      <dgm:spPr/>
    </dgm:pt>
    <dgm:pt modelId="{FB222511-2971-3946-AC01-ACF7AC9D5776}" type="pres">
      <dgm:prSet presAssocID="{1CCA2D13-4F5C-4359-88B3-3D054E274FF1}" presName="desTx" presStyleLbl="alignAccFollowNode1" presStyleIdx="2" presStyleCnt="5">
        <dgm:presLayoutVars/>
      </dgm:prSet>
      <dgm:spPr/>
    </dgm:pt>
    <dgm:pt modelId="{25477E20-43C4-4840-B5C1-BBFEFDE85CED}" type="pres">
      <dgm:prSet presAssocID="{BAB47745-16EC-4EDB-A429-D0C247F2EA21}" presName="space" presStyleCnt="0"/>
      <dgm:spPr/>
    </dgm:pt>
    <dgm:pt modelId="{15A06EC7-95EC-5D4E-A3EB-09FCBCD75E25}" type="pres">
      <dgm:prSet presAssocID="{C6CDF43B-F23B-4B5E-A756-042270212425}" presName="composite" presStyleCnt="0"/>
      <dgm:spPr/>
    </dgm:pt>
    <dgm:pt modelId="{E43811DD-608C-EF4C-AF3E-6F32E0EA17CE}" type="pres">
      <dgm:prSet presAssocID="{C6CDF43B-F23B-4B5E-A756-042270212425}" presName="parTx" presStyleLbl="alignNode1" presStyleIdx="3" presStyleCnt="5">
        <dgm:presLayoutVars>
          <dgm:chMax val="0"/>
          <dgm:chPref val="0"/>
        </dgm:presLayoutVars>
      </dgm:prSet>
      <dgm:spPr/>
    </dgm:pt>
    <dgm:pt modelId="{39A67C1D-5975-9D4E-BC6B-7663A4E05BFE}" type="pres">
      <dgm:prSet presAssocID="{C6CDF43B-F23B-4B5E-A756-042270212425}" presName="desTx" presStyleLbl="alignAccFollowNode1" presStyleIdx="3" presStyleCnt="5">
        <dgm:presLayoutVars/>
      </dgm:prSet>
      <dgm:spPr/>
    </dgm:pt>
    <dgm:pt modelId="{B592BD4A-7089-734D-AF13-BBCD79B871C2}" type="pres">
      <dgm:prSet presAssocID="{F9C5D4D4-726D-48E1-8288-D0ADA62A5E7B}" presName="space" presStyleCnt="0"/>
      <dgm:spPr/>
    </dgm:pt>
    <dgm:pt modelId="{94EDE4CA-A0E6-D247-BE69-7A258A84E733}" type="pres">
      <dgm:prSet presAssocID="{D774C053-ED5E-486F-B55E-E598CB601C80}" presName="composite" presStyleCnt="0"/>
      <dgm:spPr/>
    </dgm:pt>
    <dgm:pt modelId="{EC89B57A-F433-044D-8432-55A199B7E666}" type="pres">
      <dgm:prSet presAssocID="{D774C053-ED5E-486F-B55E-E598CB601C80}" presName="parTx" presStyleLbl="alignNode1" presStyleIdx="4" presStyleCnt="5">
        <dgm:presLayoutVars>
          <dgm:chMax val="0"/>
          <dgm:chPref val="0"/>
        </dgm:presLayoutVars>
      </dgm:prSet>
      <dgm:spPr/>
    </dgm:pt>
    <dgm:pt modelId="{6221659A-E4F7-AD41-B2CD-7E0B994F94E3}" type="pres">
      <dgm:prSet presAssocID="{D774C053-ED5E-486F-B55E-E598CB601C80}" presName="desTx" presStyleLbl="alignAccFollowNode1" presStyleIdx="4" presStyleCnt="5">
        <dgm:presLayoutVars/>
      </dgm:prSet>
      <dgm:spPr/>
    </dgm:pt>
  </dgm:ptLst>
  <dgm:cxnLst>
    <dgm:cxn modelId="{ADF2030A-5DCE-45F7-80EC-C4E6980BE33D}" srcId="{77822D89-CF69-4CFE-8E28-DC421DC82265}" destId="{24BB2D89-3C8C-4210-A957-FACCA8BBCD42}" srcOrd="2" destOrd="0" parTransId="{8352E4D7-FFEB-4637-BA7D-8AE58DFB924B}" sibTransId="{6FF174B2-68E6-46BE-9F58-449FAC64F9F7}"/>
    <dgm:cxn modelId="{96F69D0F-933C-3244-977B-514B8AE245F1}" type="presOf" srcId="{F05DC83D-6998-4E7F-AEB6-F3047D1113C3}" destId="{4705D3A7-E085-E54C-897A-DA9CA6000986}" srcOrd="0" destOrd="0" presId="urn:microsoft.com/office/officeart/2016/7/layout/HorizontalActionList"/>
    <dgm:cxn modelId="{37F4CC10-9552-D943-946E-6E79B701BC8E}" type="presOf" srcId="{ADCA1857-C53A-4874-91FA-DC66393A9293}" destId="{361E1058-0761-2E4E-9026-2621F2A1651C}" srcOrd="0" destOrd="0" presId="urn:microsoft.com/office/officeart/2016/7/layout/HorizontalActionList"/>
    <dgm:cxn modelId="{0906BB16-CFA2-4077-8FDE-5FBCD2D1FF4F}" srcId="{11F770E2-4B6E-48C2-B161-AEB462D2B485}" destId="{ADCA1857-C53A-4874-91FA-DC66393A9293}" srcOrd="0" destOrd="0" parTransId="{FAFEBCA2-02B4-4359-97A7-507F3001764F}" sibTransId="{92EC1A10-3005-4F32-820C-3D4449495B91}"/>
    <dgm:cxn modelId="{2C70BD17-E8DA-1E42-B0C5-19CEE762D0D9}" type="presOf" srcId="{5710AB16-B5FB-4C2D-8885-EB53D8B378E5}" destId="{FB222511-2971-3946-AC01-ACF7AC9D5776}" srcOrd="0" destOrd="4" presId="urn:microsoft.com/office/officeart/2016/7/layout/HorizontalActionList"/>
    <dgm:cxn modelId="{4ADFF521-BE67-914D-978F-5CC9C525E9FF}" type="presOf" srcId="{D774C053-ED5E-486F-B55E-E598CB601C80}" destId="{EC89B57A-F433-044D-8432-55A199B7E666}" srcOrd="0" destOrd="0" presId="urn:microsoft.com/office/officeart/2016/7/layout/HorizontalActionList"/>
    <dgm:cxn modelId="{9FCFA723-C054-4284-ACC1-7BB2E6886527}" srcId="{C6CDF43B-F23B-4B5E-A756-042270212425}" destId="{6F51B453-DEE9-4B86-9A64-4E476FAA877D}" srcOrd="0" destOrd="0" parTransId="{191033EA-3420-4F2F-8015-026DF5B1F584}" sibTransId="{E6FF64CB-C345-411B-B69D-48844706036A}"/>
    <dgm:cxn modelId="{E106AF2A-7838-47D7-BD02-191BF75FF82F}" srcId="{77822D89-CF69-4CFE-8E28-DC421DC82265}" destId="{5710AB16-B5FB-4C2D-8885-EB53D8B378E5}" srcOrd="3" destOrd="0" parTransId="{F449CA29-8DA3-4ABC-AB53-3D6C1E7D8879}" sibTransId="{904700F1-A2A5-4D1C-BFED-A85DA6029041}"/>
    <dgm:cxn modelId="{7626FE2C-EE1E-4C14-8C41-4867BC72E6DC}" srcId="{D774C053-ED5E-486F-B55E-E598CB601C80}" destId="{7A04DE22-5442-4B2B-9C27-AE8A756EBA3B}" srcOrd="0" destOrd="0" parTransId="{B60E2460-938C-4DB7-A639-9BD1FA8BBF7C}" sibTransId="{3DDF3024-C14A-4934-BC90-FE569520DA8A}"/>
    <dgm:cxn modelId="{F590FE2F-17C0-49C4-8DE3-ABA65BE6DEDD}" srcId="{AFDB7ACE-CFF5-491E-8E2D-D32C2BD81ACE}" destId="{C6CDF43B-F23B-4B5E-A756-042270212425}" srcOrd="3" destOrd="0" parTransId="{5D11AA7C-D80C-4514-AC2F-94E5D2373B1C}" sibTransId="{F9C5D4D4-726D-48E1-8288-D0ADA62A5E7B}"/>
    <dgm:cxn modelId="{0500D941-0102-4148-AEEF-B6E03666366E}" type="presOf" srcId="{1CCA2D13-4F5C-4359-88B3-3D054E274FF1}" destId="{BD0EFA22-5952-DC46-9751-9753E702B336}" srcOrd="0" destOrd="0" presId="urn:microsoft.com/office/officeart/2016/7/layout/HorizontalActionList"/>
    <dgm:cxn modelId="{F40BA54D-FECB-2445-904D-C321C549E5AE}" type="presOf" srcId="{11F770E2-4B6E-48C2-B161-AEB462D2B485}" destId="{7C61AA83-2F1F-604A-8575-ABB2EF56F757}" srcOrd="0" destOrd="0" presId="urn:microsoft.com/office/officeart/2016/7/layout/HorizontalActionList"/>
    <dgm:cxn modelId="{955FF44F-00E7-BA4C-97A4-1A7575857E53}" type="presOf" srcId="{24BB2D89-3C8C-4210-A957-FACCA8BBCD42}" destId="{FB222511-2971-3946-AC01-ACF7AC9D5776}" srcOrd="0" destOrd="3" presId="urn:microsoft.com/office/officeart/2016/7/layout/HorizontalActionList"/>
    <dgm:cxn modelId="{D7372252-011D-A044-9877-8EBAAD327292}" type="presOf" srcId="{77822D89-CF69-4CFE-8E28-DC421DC82265}" destId="{FB222511-2971-3946-AC01-ACF7AC9D5776}" srcOrd="0" destOrd="0" presId="urn:microsoft.com/office/officeart/2016/7/layout/HorizontalActionList"/>
    <dgm:cxn modelId="{C79EFE54-2D99-4CD1-B684-E5F3C11AB9C7}" srcId="{77822D89-CF69-4CFE-8E28-DC421DC82265}" destId="{3F5D48CD-3772-4263-BF7E-A0C83B706982}" srcOrd="0" destOrd="0" parTransId="{2302724D-A5F8-497C-A496-AE977ED1E37D}" sibTransId="{4D283A5E-274C-417D-BBD0-7FEE1DB7FBBA}"/>
    <dgm:cxn modelId="{FA748865-5BD3-4C8E-ADB4-27353BE07C4F}" srcId="{AFDB7ACE-CFF5-491E-8E2D-D32C2BD81ACE}" destId="{D774C053-ED5E-486F-B55E-E598CB601C80}" srcOrd="4" destOrd="0" parTransId="{F0145FC8-DF05-4982-BA2D-E6D2D10A8052}" sibTransId="{AFF3CA38-DE16-4A3C-B81D-810F43AF6154}"/>
    <dgm:cxn modelId="{7999DB71-9F42-8346-88B5-0F69CAFD9DD2}" type="presOf" srcId="{17F6B199-B07E-44F6-A4E9-8A6581FB5FC1}" destId="{FB222511-2971-3946-AC01-ACF7AC9D5776}" srcOrd="0" destOrd="2" presId="urn:microsoft.com/office/officeart/2016/7/layout/HorizontalActionList"/>
    <dgm:cxn modelId="{89536C74-0CB5-E345-8019-80249F3476E9}" type="presOf" srcId="{3F5D48CD-3772-4263-BF7E-A0C83B706982}" destId="{FB222511-2971-3946-AC01-ACF7AC9D5776}" srcOrd="0" destOrd="1" presId="urn:microsoft.com/office/officeart/2016/7/layout/HorizontalActionList"/>
    <dgm:cxn modelId="{1A72A274-C9AE-49D7-A055-2B1AF78A0FC4}" srcId="{1FBD7ADF-CA98-4335-88A5-CE6A65BA3117}" destId="{F05DC83D-6998-4E7F-AEB6-F3047D1113C3}" srcOrd="0" destOrd="0" parTransId="{0355221E-68B7-453B-9B38-58482D9B2712}" sibTransId="{BDFD939E-23D2-4A26-AABE-D3A24AEB93A9}"/>
    <dgm:cxn modelId="{1E163077-7CAB-4B06-AA40-A0BFF1B00AD2}" srcId="{77822D89-CF69-4CFE-8E28-DC421DC82265}" destId="{17F6B199-B07E-44F6-A4E9-8A6581FB5FC1}" srcOrd="1" destOrd="0" parTransId="{DEB99028-18CE-4B72-AE53-1F93FD862D17}" sibTransId="{A5E7C866-F7EF-4331-8CAB-878ED89CC799}"/>
    <dgm:cxn modelId="{3E21D483-D519-440B-8786-C748017C4530}" srcId="{1CCA2D13-4F5C-4359-88B3-3D054E274FF1}" destId="{77822D89-CF69-4CFE-8E28-DC421DC82265}" srcOrd="0" destOrd="0" parTransId="{BBE70EC9-52A8-4597-B4C1-7238C70B8AE7}" sibTransId="{6B65B8BC-AE49-4224-B3C5-0C251FD22FAF}"/>
    <dgm:cxn modelId="{289A4987-970F-1C4D-9D39-FC1A8E1DD19A}" type="presOf" srcId="{7A04DE22-5442-4B2B-9C27-AE8A756EBA3B}" destId="{6221659A-E4F7-AD41-B2CD-7E0B994F94E3}" srcOrd="0" destOrd="0" presId="urn:microsoft.com/office/officeart/2016/7/layout/HorizontalActionList"/>
    <dgm:cxn modelId="{05F0C592-587C-A243-9E70-136D41EFF75F}" type="presOf" srcId="{AFDB7ACE-CFF5-491E-8E2D-D32C2BD81ACE}" destId="{93FB5FF9-3750-9944-9F37-295C60F47904}" srcOrd="0" destOrd="0" presId="urn:microsoft.com/office/officeart/2016/7/layout/HorizontalActionList"/>
    <dgm:cxn modelId="{B21CF796-EB4B-524B-B352-E740127EE58E}" type="presOf" srcId="{C6CDF43B-F23B-4B5E-A756-042270212425}" destId="{E43811DD-608C-EF4C-AF3E-6F32E0EA17CE}" srcOrd="0" destOrd="0" presId="urn:microsoft.com/office/officeart/2016/7/layout/HorizontalActionList"/>
    <dgm:cxn modelId="{406D7598-9E3E-5B4F-8355-B9A2059E8644}" type="presOf" srcId="{1FBD7ADF-CA98-4335-88A5-CE6A65BA3117}" destId="{180761AE-F95E-8E43-B7C6-45345F00D8D9}" srcOrd="0" destOrd="0" presId="urn:microsoft.com/office/officeart/2016/7/layout/HorizontalActionList"/>
    <dgm:cxn modelId="{6A30D8C0-B30E-4D42-B6E7-F6CACB9A6C20}" srcId="{AFDB7ACE-CFF5-491E-8E2D-D32C2BD81ACE}" destId="{1CCA2D13-4F5C-4359-88B3-3D054E274FF1}" srcOrd="2" destOrd="0" parTransId="{7AA51226-0E00-4DA8-8CAE-7AB89BE9D7D2}" sibTransId="{BAB47745-16EC-4EDB-A429-D0C247F2EA21}"/>
    <dgm:cxn modelId="{FB6CA5DA-2CE9-AE47-B155-B14D6B5D321D}" type="presOf" srcId="{6F51B453-DEE9-4B86-9A64-4E476FAA877D}" destId="{39A67C1D-5975-9D4E-BC6B-7663A4E05BFE}" srcOrd="0" destOrd="0" presId="urn:microsoft.com/office/officeart/2016/7/layout/HorizontalActionList"/>
    <dgm:cxn modelId="{886E36E5-2C90-4840-87AE-F416B7AAFE9F}" srcId="{AFDB7ACE-CFF5-491E-8E2D-D32C2BD81ACE}" destId="{11F770E2-4B6E-48C2-B161-AEB462D2B485}" srcOrd="0" destOrd="0" parTransId="{EC8D9C34-6F23-49CF-92A0-EAF079168F24}" sibTransId="{61A1E7A6-77CC-4E04-881D-76D504319740}"/>
    <dgm:cxn modelId="{FC21AAE5-6A8F-4FBA-9EDE-7F69D06923DF}" srcId="{AFDB7ACE-CFF5-491E-8E2D-D32C2BD81ACE}" destId="{1FBD7ADF-CA98-4335-88A5-CE6A65BA3117}" srcOrd="1" destOrd="0" parTransId="{3301FEDE-64A6-4961-AE99-6E9385FD1045}" sibTransId="{BDA27648-57A8-454B-9913-255C8FEB7133}"/>
    <dgm:cxn modelId="{81CA4A4B-B6A4-F647-A373-1F3F14A6DEDD}" type="presParOf" srcId="{93FB5FF9-3750-9944-9F37-295C60F47904}" destId="{BE0FEFD9-402C-6444-8500-A5854AD0524B}" srcOrd="0" destOrd="0" presId="urn:microsoft.com/office/officeart/2016/7/layout/HorizontalActionList"/>
    <dgm:cxn modelId="{AC1C15FD-B6D6-C540-8812-07C1EE4789E3}" type="presParOf" srcId="{BE0FEFD9-402C-6444-8500-A5854AD0524B}" destId="{7C61AA83-2F1F-604A-8575-ABB2EF56F757}" srcOrd="0" destOrd="0" presId="urn:microsoft.com/office/officeart/2016/7/layout/HorizontalActionList"/>
    <dgm:cxn modelId="{87ADB830-0FF6-3B41-A3E8-2B79641C9A80}" type="presParOf" srcId="{BE0FEFD9-402C-6444-8500-A5854AD0524B}" destId="{361E1058-0761-2E4E-9026-2621F2A1651C}" srcOrd="1" destOrd="0" presId="urn:microsoft.com/office/officeart/2016/7/layout/HorizontalActionList"/>
    <dgm:cxn modelId="{F0CD87CF-4BE8-F54F-9166-41B6C7579D9A}" type="presParOf" srcId="{93FB5FF9-3750-9944-9F37-295C60F47904}" destId="{9B9C9BAE-ABB3-004B-92F6-D61BAAE1C6A2}" srcOrd="1" destOrd="0" presId="urn:microsoft.com/office/officeart/2016/7/layout/HorizontalActionList"/>
    <dgm:cxn modelId="{97D3FA54-42C8-F542-9115-DC2B9E00C4A9}" type="presParOf" srcId="{93FB5FF9-3750-9944-9F37-295C60F47904}" destId="{B1609EB9-6D7E-1341-841D-58C21F7A5E14}" srcOrd="2" destOrd="0" presId="urn:microsoft.com/office/officeart/2016/7/layout/HorizontalActionList"/>
    <dgm:cxn modelId="{46664B06-3630-9240-B3CB-EC2DE8AFCD36}" type="presParOf" srcId="{B1609EB9-6D7E-1341-841D-58C21F7A5E14}" destId="{180761AE-F95E-8E43-B7C6-45345F00D8D9}" srcOrd="0" destOrd="0" presId="urn:microsoft.com/office/officeart/2016/7/layout/HorizontalActionList"/>
    <dgm:cxn modelId="{738F4E0F-4E29-AE4A-A2B9-1C959000778F}" type="presParOf" srcId="{B1609EB9-6D7E-1341-841D-58C21F7A5E14}" destId="{4705D3A7-E085-E54C-897A-DA9CA6000986}" srcOrd="1" destOrd="0" presId="urn:microsoft.com/office/officeart/2016/7/layout/HorizontalActionList"/>
    <dgm:cxn modelId="{4A4A3719-B079-9F44-91CC-F0676BE5C595}" type="presParOf" srcId="{93FB5FF9-3750-9944-9F37-295C60F47904}" destId="{E3FC98E5-CB56-6347-84E4-0E7450DCBF6D}" srcOrd="3" destOrd="0" presId="urn:microsoft.com/office/officeart/2016/7/layout/HorizontalActionList"/>
    <dgm:cxn modelId="{3B9C5EFB-6363-544A-AAFA-F88C5275B2EA}" type="presParOf" srcId="{93FB5FF9-3750-9944-9F37-295C60F47904}" destId="{65FA721D-F008-9849-8F52-BE0512B58108}" srcOrd="4" destOrd="0" presId="urn:microsoft.com/office/officeart/2016/7/layout/HorizontalActionList"/>
    <dgm:cxn modelId="{4F886611-F7CA-1841-9F18-A9D35236AF2F}" type="presParOf" srcId="{65FA721D-F008-9849-8F52-BE0512B58108}" destId="{BD0EFA22-5952-DC46-9751-9753E702B336}" srcOrd="0" destOrd="0" presId="urn:microsoft.com/office/officeart/2016/7/layout/HorizontalActionList"/>
    <dgm:cxn modelId="{C3DD9833-563D-A448-A21F-685756CC5042}" type="presParOf" srcId="{65FA721D-F008-9849-8F52-BE0512B58108}" destId="{FB222511-2971-3946-AC01-ACF7AC9D5776}" srcOrd="1" destOrd="0" presId="urn:microsoft.com/office/officeart/2016/7/layout/HorizontalActionList"/>
    <dgm:cxn modelId="{6DBE017C-F549-3740-99EF-3C5F514E7BF7}" type="presParOf" srcId="{93FB5FF9-3750-9944-9F37-295C60F47904}" destId="{25477E20-43C4-4840-B5C1-BBFEFDE85CED}" srcOrd="5" destOrd="0" presId="urn:microsoft.com/office/officeart/2016/7/layout/HorizontalActionList"/>
    <dgm:cxn modelId="{1C2BE0B5-4A27-1A4F-BCED-763121ECDFEB}" type="presParOf" srcId="{93FB5FF9-3750-9944-9F37-295C60F47904}" destId="{15A06EC7-95EC-5D4E-A3EB-09FCBCD75E25}" srcOrd="6" destOrd="0" presId="urn:microsoft.com/office/officeart/2016/7/layout/HorizontalActionList"/>
    <dgm:cxn modelId="{D1C1AF94-82D5-3B44-A881-9E019E0C0690}" type="presParOf" srcId="{15A06EC7-95EC-5D4E-A3EB-09FCBCD75E25}" destId="{E43811DD-608C-EF4C-AF3E-6F32E0EA17CE}" srcOrd="0" destOrd="0" presId="urn:microsoft.com/office/officeart/2016/7/layout/HorizontalActionList"/>
    <dgm:cxn modelId="{94007CCC-55BB-2A48-8B4B-AE8154031BE6}" type="presParOf" srcId="{15A06EC7-95EC-5D4E-A3EB-09FCBCD75E25}" destId="{39A67C1D-5975-9D4E-BC6B-7663A4E05BFE}" srcOrd="1" destOrd="0" presId="urn:microsoft.com/office/officeart/2016/7/layout/HorizontalActionList"/>
    <dgm:cxn modelId="{B3B98506-2009-444B-A15A-64DA50E05721}" type="presParOf" srcId="{93FB5FF9-3750-9944-9F37-295C60F47904}" destId="{B592BD4A-7089-734D-AF13-BBCD79B871C2}" srcOrd="7" destOrd="0" presId="urn:microsoft.com/office/officeart/2016/7/layout/HorizontalActionList"/>
    <dgm:cxn modelId="{C046C665-9078-E643-B32F-3EC04C80A99A}" type="presParOf" srcId="{93FB5FF9-3750-9944-9F37-295C60F47904}" destId="{94EDE4CA-A0E6-D247-BE69-7A258A84E733}" srcOrd="8" destOrd="0" presId="urn:microsoft.com/office/officeart/2016/7/layout/HorizontalActionList"/>
    <dgm:cxn modelId="{E2679BE2-9CBF-8049-B5FA-B2FDE039C291}" type="presParOf" srcId="{94EDE4CA-A0E6-D247-BE69-7A258A84E733}" destId="{EC89B57A-F433-044D-8432-55A199B7E666}" srcOrd="0" destOrd="0" presId="urn:microsoft.com/office/officeart/2016/7/layout/HorizontalActionList"/>
    <dgm:cxn modelId="{17F0E1E9-5D0C-224D-A8F6-05EBBD930375}" type="presParOf" srcId="{94EDE4CA-A0E6-D247-BE69-7A258A84E733}" destId="{6221659A-E4F7-AD41-B2CD-7E0B994F94E3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CD1762-7325-4B98-9B9F-D3FAEE801FA5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A98ECFD-88D8-44ED-9C7C-67656D0A2912}">
      <dgm:prSet/>
      <dgm:spPr/>
      <dgm:t>
        <a:bodyPr/>
        <a:lstStyle/>
        <a:p>
          <a:r>
            <a:rPr lang="en-US"/>
            <a:t>CP-SAT is a modern optimization solver by Google</a:t>
          </a:r>
        </a:p>
      </dgm:t>
    </dgm:pt>
    <dgm:pt modelId="{A3DF5E0F-56DC-400F-8C34-82935E6D8EDA}" type="parTrans" cxnId="{EA137C54-8F11-46BD-A87B-5D42DBF63825}">
      <dgm:prSet/>
      <dgm:spPr/>
      <dgm:t>
        <a:bodyPr/>
        <a:lstStyle/>
        <a:p>
          <a:endParaRPr lang="en-US"/>
        </a:p>
      </dgm:t>
    </dgm:pt>
    <dgm:pt modelId="{730370C9-214C-480A-9E31-9525EB14E4E9}" type="sibTrans" cxnId="{EA137C54-8F11-46BD-A87B-5D42DBF63825}">
      <dgm:prSet/>
      <dgm:spPr/>
      <dgm:t>
        <a:bodyPr/>
        <a:lstStyle/>
        <a:p>
          <a:endParaRPr lang="en-US"/>
        </a:p>
      </dgm:t>
    </dgm:pt>
    <dgm:pt modelId="{2321FB46-4217-4717-937F-619A24698A18}">
      <dgm:prSet/>
      <dgm:spPr/>
      <dgm:t>
        <a:bodyPr/>
        <a:lstStyle/>
        <a:p>
          <a:r>
            <a:rPr lang="en-US"/>
            <a:t>Designed for:</a:t>
          </a:r>
        </a:p>
      </dgm:t>
    </dgm:pt>
    <dgm:pt modelId="{4E70F032-FEE9-42D6-A733-7EEE830E87EA}" type="parTrans" cxnId="{35FD69CC-7F00-4068-8756-259DF365652A}">
      <dgm:prSet/>
      <dgm:spPr/>
      <dgm:t>
        <a:bodyPr/>
        <a:lstStyle/>
        <a:p>
          <a:endParaRPr lang="en-US"/>
        </a:p>
      </dgm:t>
    </dgm:pt>
    <dgm:pt modelId="{40E37B90-9042-44D6-AC97-1451F9BF723F}" type="sibTrans" cxnId="{35FD69CC-7F00-4068-8756-259DF365652A}">
      <dgm:prSet/>
      <dgm:spPr/>
      <dgm:t>
        <a:bodyPr/>
        <a:lstStyle/>
        <a:p>
          <a:endParaRPr lang="en-US"/>
        </a:p>
      </dgm:t>
    </dgm:pt>
    <dgm:pt modelId="{166CA29B-CD3E-4844-92E7-FD7A50634CE5}">
      <dgm:prSet/>
      <dgm:spPr/>
      <dgm:t>
        <a:bodyPr/>
        <a:lstStyle/>
        <a:p>
          <a:r>
            <a:rPr lang="en-US"/>
            <a:t>TV scheduling</a:t>
          </a:r>
        </a:p>
      </dgm:t>
    </dgm:pt>
    <dgm:pt modelId="{80DE8CA9-3007-4FA2-847B-9A12C097FE02}" type="parTrans" cxnId="{309ABF56-602A-45AC-8F73-981B11304731}">
      <dgm:prSet/>
      <dgm:spPr/>
      <dgm:t>
        <a:bodyPr/>
        <a:lstStyle/>
        <a:p>
          <a:endParaRPr lang="en-US"/>
        </a:p>
      </dgm:t>
    </dgm:pt>
    <dgm:pt modelId="{49A20478-A0E2-484C-9DBB-D0D2CD776C2D}" type="sibTrans" cxnId="{309ABF56-602A-45AC-8F73-981B11304731}">
      <dgm:prSet/>
      <dgm:spPr/>
      <dgm:t>
        <a:bodyPr/>
        <a:lstStyle/>
        <a:p>
          <a:endParaRPr lang="en-US"/>
        </a:p>
      </dgm:t>
    </dgm:pt>
    <dgm:pt modelId="{5F6E02C8-FA11-4A8D-880E-B76FABCFE99F}">
      <dgm:prSet/>
      <dgm:spPr/>
      <dgm:t>
        <a:bodyPr/>
        <a:lstStyle/>
        <a:p>
          <a:r>
            <a:rPr lang="en-US"/>
            <a:t>Crew Scheduling</a:t>
          </a:r>
        </a:p>
      </dgm:t>
    </dgm:pt>
    <dgm:pt modelId="{6B2316E8-E7BC-4650-BA09-55BE04EEEF6B}" type="parTrans" cxnId="{E2D90460-58E4-4A40-BA49-0E4D40F9A825}">
      <dgm:prSet/>
      <dgm:spPr/>
      <dgm:t>
        <a:bodyPr/>
        <a:lstStyle/>
        <a:p>
          <a:endParaRPr lang="en-US"/>
        </a:p>
      </dgm:t>
    </dgm:pt>
    <dgm:pt modelId="{8E921340-7641-4EE3-9245-60D52FFC184B}" type="sibTrans" cxnId="{E2D90460-58E4-4A40-BA49-0E4D40F9A825}">
      <dgm:prSet/>
      <dgm:spPr/>
      <dgm:t>
        <a:bodyPr/>
        <a:lstStyle/>
        <a:p>
          <a:endParaRPr lang="en-US"/>
        </a:p>
      </dgm:t>
    </dgm:pt>
    <dgm:pt modelId="{860D899A-654B-45F6-BBAE-C337308F5B46}">
      <dgm:prSet/>
      <dgm:spPr/>
      <dgm:t>
        <a:bodyPr/>
        <a:lstStyle/>
        <a:p>
          <a:r>
            <a:rPr lang="en-US"/>
            <a:t>Manufacturing </a:t>
          </a:r>
        </a:p>
      </dgm:t>
    </dgm:pt>
    <dgm:pt modelId="{5E87FB01-F90C-4292-9C63-BA7B839FA14A}" type="parTrans" cxnId="{F73ECC84-D8BD-4910-9721-E68C9985505B}">
      <dgm:prSet/>
      <dgm:spPr/>
      <dgm:t>
        <a:bodyPr/>
        <a:lstStyle/>
        <a:p>
          <a:endParaRPr lang="en-US"/>
        </a:p>
      </dgm:t>
    </dgm:pt>
    <dgm:pt modelId="{7C7E34D9-706A-45A8-BBBF-134A9DFC06D1}" type="sibTrans" cxnId="{F73ECC84-D8BD-4910-9721-E68C9985505B}">
      <dgm:prSet/>
      <dgm:spPr/>
      <dgm:t>
        <a:bodyPr/>
        <a:lstStyle/>
        <a:p>
          <a:endParaRPr lang="en-US"/>
        </a:p>
      </dgm:t>
    </dgm:pt>
    <dgm:pt modelId="{4422B400-5EDA-4191-948F-62D9604C9C63}">
      <dgm:prSet/>
      <dgm:spPr/>
      <dgm:t>
        <a:bodyPr/>
        <a:lstStyle/>
        <a:p>
          <a:r>
            <a:rPr lang="en-US"/>
            <a:t>Logistics</a:t>
          </a:r>
        </a:p>
      </dgm:t>
    </dgm:pt>
    <dgm:pt modelId="{EFD1B20E-3AB1-4BF3-B565-DF7968C9606F}" type="parTrans" cxnId="{78CCFE2D-D7AB-4622-A1FC-3BABDB1E9ACA}">
      <dgm:prSet/>
      <dgm:spPr/>
      <dgm:t>
        <a:bodyPr/>
        <a:lstStyle/>
        <a:p>
          <a:endParaRPr lang="en-US"/>
        </a:p>
      </dgm:t>
    </dgm:pt>
    <dgm:pt modelId="{56880117-AAC7-45F5-898F-196535B61A14}" type="sibTrans" cxnId="{78CCFE2D-D7AB-4622-A1FC-3BABDB1E9ACA}">
      <dgm:prSet/>
      <dgm:spPr/>
      <dgm:t>
        <a:bodyPr/>
        <a:lstStyle/>
        <a:p>
          <a:endParaRPr lang="en-US"/>
        </a:p>
      </dgm:t>
    </dgm:pt>
    <dgm:pt modelId="{0BD15738-3C25-458F-9CF1-70EED6DFEFC2}">
      <dgm:prSet/>
      <dgm:spPr/>
      <dgm:t>
        <a:bodyPr/>
        <a:lstStyle/>
        <a:p>
          <a:r>
            <a:rPr lang="en-US"/>
            <a:t>Works using:</a:t>
          </a:r>
        </a:p>
      </dgm:t>
    </dgm:pt>
    <dgm:pt modelId="{E96DE592-44CC-45CD-A9A0-DB275745D3FF}" type="parTrans" cxnId="{7C93FB5F-AE21-4C64-A6E8-D04A526FAA45}">
      <dgm:prSet/>
      <dgm:spPr/>
      <dgm:t>
        <a:bodyPr/>
        <a:lstStyle/>
        <a:p>
          <a:endParaRPr lang="en-US"/>
        </a:p>
      </dgm:t>
    </dgm:pt>
    <dgm:pt modelId="{E38CBABC-140E-40A3-A3EB-FD9AFE406F26}" type="sibTrans" cxnId="{7C93FB5F-AE21-4C64-A6E8-D04A526FAA45}">
      <dgm:prSet/>
      <dgm:spPr/>
      <dgm:t>
        <a:bodyPr/>
        <a:lstStyle/>
        <a:p>
          <a:endParaRPr lang="en-US"/>
        </a:p>
      </dgm:t>
    </dgm:pt>
    <dgm:pt modelId="{AF7413D8-D35B-4B0C-A555-DACD62C0212B}">
      <dgm:prSet/>
      <dgm:spPr/>
      <dgm:t>
        <a:bodyPr/>
        <a:lstStyle/>
        <a:p>
          <a:r>
            <a:rPr lang="en-US"/>
            <a:t>Integer programming</a:t>
          </a:r>
        </a:p>
      </dgm:t>
    </dgm:pt>
    <dgm:pt modelId="{2DE9A289-A635-40A4-936C-CE1FA6324253}" type="parTrans" cxnId="{5E0A4E3A-D1BE-4CA0-A8B4-38A9D95F3CDE}">
      <dgm:prSet/>
      <dgm:spPr/>
      <dgm:t>
        <a:bodyPr/>
        <a:lstStyle/>
        <a:p>
          <a:endParaRPr lang="en-US"/>
        </a:p>
      </dgm:t>
    </dgm:pt>
    <dgm:pt modelId="{3A22A5DC-0EFF-438E-A8D3-0B231A79318D}" type="sibTrans" cxnId="{5E0A4E3A-D1BE-4CA0-A8B4-38A9D95F3CDE}">
      <dgm:prSet/>
      <dgm:spPr/>
      <dgm:t>
        <a:bodyPr/>
        <a:lstStyle/>
        <a:p>
          <a:endParaRPr lang="en-US"/>
        </a:p>
      </dgm:t>
    </dgm:pt>
    <dgm:pt modelId="{891477FB-AFBA-4FA1-85F0-56C6E445EF66}">
      <dgm:prSet/>
      <dgm:spPr/>
      <dgm:t>
        <a:bodyPr/>
        <a:lstStyle/>
        <a:p>
          <a:r>
            <a:rPr lang="en-US"/>
            <a:t>Conflict-based search</a:t>
          </a:r>
        </a:p>
      </dgm:t>
    </dgm:pt>
    <dgm:pt modelId="{066C8E6A-2B41-4F59-AA2E-F34EC2328DAD}" type="parTrans" cxnId="{5A4309C7-EECA-4A90-9AE4-2E50CC3B30BF}">
      <dgm:prSet/>
      <dgm:spPr/>
      <dgm:t>
        <a:bodyPr/>
        <a:lstStyle/>
        <a:p>
          <a:endParaRPr lang="en-US"/>
        </a:p>
      </dgm:t>
    </dgm:pt>
    <dgm:pt modelId="{0A1CA6FB-3573-4665-8146-F8273C0466D7}" type="sibTrans" cxnId="{5A4309C7-EECA-4A90-9AE4-2E50CC3B30BF}">
      <dgm:prSet/>
      <dgm:spPr/>
      <dgm:t>
        <a:bodyPr/>
        <a:lstStyle/>
        <a:p>
          <a:endParaRPr lang="en-US"/>
        </a:p>
      </dgm:t>
    </dgm:pt>
    <dgm:pt modelId="{303CB8A5-6A80-4534-B831-229259A845B2}">
      <dgm:prSet/>
      <dgm:spPr/>
      <dgm:t>
        <a:bodyPr/>
        <a:lstStyle/>
        <a:p>
          <a:r>
            <a:rPr lang="en-US"/>
            <a:t>Boolean Constraints</a:t>
          </a:r>
        </a:p>
      </dgm:t>
    </dgm:pt>
    <dgm:pt modelId="{AE77CB2A-9E26-44FC-B5C4-D0E2D1F39D19}" type="parTrans" cxnId="{33A347C5-15EC-4870-B304-BB0117EC9DE5}">
      <dgm:prSet/>
      <dgm:spPr/>
      <dgm:t>
        <a:bodyPr/>
        <a:lstStyle/>
        <a:p>
          <a:endParaRPr lang="en-US"/>
        </a:p>
      </dgm:t>
    </dgm:pt>
    <dgm:pt modelId="{77710EE0-CCD2-4755-A040-20B415567716}" type="sibTrans" cxnId="{33A347C5-15EC-4870-B304-BB0117EC9DE5}">
      <dgm:prSet/>
      <dgm:spPr/>
      <dgm:t>
        <a:bodyPr/>
        <a:lstStyle/>
        <a:p>
          <a:endParaRPr lang="en-US"/>
        </a:p>
      </dgm:t>
    </dgm:pt>
    <dgm:pt modelId="{5FE792E2-1D4D-4A8F-9742-1A7C28D7F6F3}">
      <dgm:prSet/>
      <dgm:spPr/>
      <dgm:t>
        <a:bodyPr/>
        <a:lstStyle/>
        <a:p>
          <a:r>
            <a:rPr lang="en-US"/>
            <a:t>Perfect for timetables with many rules</a:t>
          </a:r>
        </a:p>
      </dgm:t>
    </dgm:pt>
    <dgm:pt modelId="{BE40BC57-6866-4EB4-9454-C900DF579444}" type="parTrans" cxnId="{FA15C98C-3543-4344-BA2E-9A2688356262}">
      <dgm:prSet/>
      <dgm:spPr/>
      <dgm:t>
        <a:bodyPr/>
        <a:lstStyle/>
        <a:p>
          <a:endParaRPr lang="en-US"/>
        </a:p>
      </dgm:t>
    </dgm:pt>
    <dgm:pt modelId="{8142F99E-E592-4776-BEA5-78C268902A21}" type="sibTrans" cxnId="{FA15C98C-3543-4344-BA2E-9A2688356262}">
      <dgm:prSet/>
      <dgm:spPr/>
      <dgm:t>
        <a:bodyPr/>
        <a:lstStyle/>
        <a:p>
          <a:endParaRPr lang="en-US"/>
        </a:p>
      </dgm:t>
    </dgm:pt>
    <dgm:pt modelId="{0051F0B4-B0FD-7448-BFC3-32A6AA2165BB}" type="pres">
      <dgm:prSet presAssocID="{96CD1762-7325-4B98-9B9F-D3FAEE801FA5}" presName="matrix" presStyleCnt="0">
        <dgm:presLayoutVars>
          <dgm:chMax val="1"/>
          <dgm:dir/>
          <dgm:resizeHandles val="exact"/>
        </dgm:presLayoutVars>
      </dgm:prSet>
      <dgm:spPr/>
    </dgm:pt>
    <dgm:pt modelId="{E1615D26-9D5A-8F42-BE33-8DE0C761C74A}" type="pres">
      <dgm:prSet presAssocID="{96CD1762-7325-4B98-9B9F-D3FAEE801FA5}" presName="diamond" presStyleLbl="bgShp" presStyleIdx="0" presStyleCnt="1"/>
      <dgm:spPr/>
    </dgm:pt>
    <dgm:pt modelId="{13BAED96-D7C7-3E4A-B0CE-B7156DD42553}" type="pres">
      <dgm:prSet presAssocID="{96CD1762-7325-4B98-9B9F-D3FAEE801FA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19215DA-5DF2-BE44-AF4F-52E6C4A9B878}" type="pres">
      <dgm:prSet presAssocID="{96CD1762-7325-4B98-9B9F-D3FAEE801FA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195B957-E668-5741-8653-A697C20ED8FC}" type="pres">
      <dgm:prSet presAssocID="{96CD1762-7325-4B98-9B9F-D3FAEE801FA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2177DE9-BA5B-5C4F-904A-C66500556E33}" type="pres">
      <dgm:prSet presAssocID="{96CD1762-7325-4B98-9B9F-D3FAEE801FA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066E412-8F08-3449-89C7-B4A75EC3773E}" type="presOf" srcId="{2321FB46-4217-4717-937F-619A24698A18}" destId="{B19215DA-5DF2-BE44-AF4F-52E6C4A9B878}" srcOrd="0" destOrd="0" presId="urn:microsoft.com/office/officeart/2005/8/layout/matrix3"/>
    <dgm:cxn modelId="{B5A4902D-567B-CB42-A320-7EDF8EE0ECAE}" type="presOf" srcId="{0BD15738-3C25-458F-9CF1-70EED6DFEFC2}" destId="{9195B957-E668-5741-8653-A697C20ED8FC}" srcOrd="0" destOrd="0" presId="urn:microsoft.com/office/officeart/2005/8/layout/matrix3"/>
    <dgm:cxn modelId="{78CCFE2D-D7AB-4622-A1FC-3BABDB1E9ACA}" srcId="{2321FB46-4217-4717-937F-619A24698A18}" destId="{4422B400-5EDA-4191-948F-62D9604C9C63}" srcOrd="3" destOrd="0" parTransId="{EFD1B20E-3AB1-4BF3-B565-DF7968C9606F}" sibTransId="{56880117-AAC7-45F5-898F-196535B61A14}"/>
    <dgm:cxn modelId="{5E0A4E3A-D1BE-4CA0-A8B4-38A9D95F3CDE}" srcId="{0BD15738-3C25-458F-9CF1-70EED6DFEFC2}" destId="{AF7413D8-D35B-4B0C-A555-DACD62C0212B}" srcOrd="0" destOrd="0" parTransId="{2DE9A289-A635-40A4-936C-CE1FA6324253}" sibTransId="{3A22A5DC-0EFF-438E-A8D3-0B231A79318D}"/>
    <dgm:cxn modelId="{F262B943-8F23-A546-8900-8B9772E6CA67}" type="presOf" srcId="{860D899A-654B-45F6-BBAE-C337308F5B46}" destId="{B19215DA-5DF2-BE44-AF4F-52E6C4A9B878}" srcOrd="0" destOrd="3" presId="urn:microsoft.com/office/officeart/2005/8/layout/matrix3"/>
    <dgm:cxn modelId="{EA137C54-8F11-46BD-A87B-5D42DBF63825}" srcId="{96CD1762-7325-4B98-9B9F-D3FAEE801FA5}" destId="{9A98ECFD-88D8-44ED-9C7C-67656D0A2912}" srcOrd="0" destOrd="0" parTransId="{A3DF5E0F-56DC-400F-8C34-82935E6D8EDA}" sibTransId="{730370C9-214C-480A-9E31-9525EB14E4E9}"/>
    <dgm:cxn modelId="{309ABF56-602A-45AC-8F73-981B11304731}" srcId="{2321FB46-4217-4717-937F-619A24698A18}" destId="{166CA29B-CD3E-4844-92E7-FD7A50634CE5}" srcOrd="0" destOrd="0" parTransId="{80DE8CA9-3007-4FA2-847B-9A12C097FE02}" sibTransId="{49A20478-A0E2-484C-9DBB-D0D2CD776C2D}"/>
    <dgm:cxn modelId="{982F5F5D-BB96-214C-9FEC-E2C60D774EFE}" type="presOf" srcId="{303CB8A5-6A80-4534-B831-229259A845B2}" destId="{9195B957-E668-5741-8653-A697C20ED8FC}" srcOrd="0" destOrd="3" presId="urn:microsoft.com/office/officeart/2005/8/layout/matrix3"/>
    <dgm:cxn modelId="{7C93FB5F-AE21-4C64-A6E8-D04A526FAA45}" srcId="{96CD1762-7325-4B98-9B9F-D3FAEE801FA5}" destId="{0BD15738-3C25-458F-9CF1-70EED6DFEFC2}" srcOrd="2" destOrd="0" parTransId="{E96DE592-44CC-45CD-A9A0-DB275745D3FF}" sibTransId="{E38CBABC-140E-40A3-A3EB-FD9AFE406F26}"/>
    <dgm:cxn modelId="{E2D90460-58E4-4A40-BA49-0E4D40F9A825}" srcId="{2321FB46-4217-4717-937F-619A24698A18}" destId="{5F6E02C8-FA11-4A8D-880E-B76FABCFE99F}" srcOrd="1" destOrd="0" parTransId="{6B2316E8-E7BC-4650-BA09-55BE04EEEF6B}" sibTransId="{8E921340-7641-4EE3-9245-60D52FFC184B}"/>
    <dgm:cxn modelId="{92DD3060-0BF5-374F-9B70-2ED43638358B}" type="presOf" srcId="{166CA29B-CD3E-4844-92E7-FD7A50634CE5}" destId="{B19215DA-5DF2-BE44-AF4F-52E6C4A9B878}" srcOrd="0" destOrd="1" presId="urn:microsoft.com/office/officeart/2005/8/layout/matrix3"/>
    <dgm:cxn modelId="{F73ECC84-D8BD-4910-9721-E68C9985505B}" srcId="{2321FB46-4217-4717-937F-619A24698A18}" destId="{860D899A-654B-45F6-BBAE-C337308F5B46}" srcOrd="2" destOrd="0" parTransId="{5E87FB01-F90C-4292-9C63-BA7B839FA14A}" sibTransId="{7C7E34D9-706A-45A8-BBBF-134A9DFC06D1}"/>
    <dgm:cxn modelId="{B2B97C89-FBD3-AF48-B909-D0AA95AB58D0}" type="presOf" srcId="{9A98ECFD-88D8-44ED-9C7C-67656D0A2912}" destId="{13BAED96-D7C7-3E4A-B0CE-B7156DD42553}" srcOrd="0" destOrd="0" presId="urn:microsoft.com/office/officeart/2005/8/layout/matrix3"/>
    <dgm:cxn modelId="{FA15C98C-3543-4344-BA2E-9A2688356262}" srcId="{96CD1762-7325-4B98-9B9F-D3FAEE801FA5}" destId="{5FE792E2-1D4D-4A8F-9742-1A7C28D7F6F3}" srcOrd="3" destOrd="0" parTransId="{BE40BC57-6866-4EB4-9454-C900DF579444}" sibTransId="{8142F99E-E592-4776-BEA5-78C268902A21}"/>
    <dgm:cxn modelId="{AC661092-AB9F-094E-B6C2-3868033506DC}" type="presOf" srcId="{5FE792E2-1D4D-4A8F-9742-1A7C28D7F6F3}" destId="{02177DE9-BA5B-5C4F-904A-C66500556E33}" srcOrd="0" destOrd="0" presId="urn:microsoft.com/office/officeart/2005/8/layout/matrix3"/>
    <dgm:cxn modelId="{ABB4A79F-45BB-3647-BE48-95D32406BF9E}" type="presOf" srcId="{5F6E02C8-FA11-4A8D-880E-B76FABCFE99F}" destId="{B19215DA-5DF2-BE44-AF4F-52E6C4A9B878}" srcOrd="0" destOrd="2" presId="urn:microsoft.com/office/officeart/2005/8/layout/matrix3"/>
    <dgm:cxn modelId="{D70055A0-7EA5-A740-B371-0C9EBBB9ADCA}" type="presOf" srcId="{AF7413D8-D35B-4B0C-A555-DACD62C0212B}" destId="{9195B957-E668-5741-8653-A697C20ED8FC}" srcOrd="0" destOrd="1" presId="urn:microsoft.com/office/officeart/2005/8/layout/matrix3"/>
    <dgm:cxn modelId="{C726B6A2-B965-D14A-88FB-98CCDF6C27C5}" type="presOf" srcId="{891477FB-AFBA-4FA1-85F0-56C6E445EF66}" destId="{9195B957-E668-5741-8653-A697C20ED8FC}" srcOrd="0" destOrd="2" presId="urn:microsoft.com/office/officeart/2005/8/layout/matrix3"/>
    <dgm:cxn modelId="{33A347C5-15EC-4870-B304-BB0117EC9DE5}" srcId="{0BD15738-3C25-458F-9CF1-70EED6DFEFC2}" destId="{303CB8A5-6A80-4534-B831-229259A845B2}" srcOrd="2" destOrd="0" parTransId="{AE77CB2A-9E26-44FC-B5C4-D0E2D1F39D19}" sibTransId="{77710EE0-CCD2-4755-A040-20B415567716}"/>
    <dgm:cxn modelId="{5A4309C7-EECA-4A90-9AE4-2E50CC3B30BF}" srcId="{0BD15738-3C25-458F-9CF1-70EED6DFEFC2}" destId="{891477FB-AFBA-4FA1-85F0-56C6E445EF66}" srcOrd="1" destOrd="0" parTransId="{066C8E6A-2B41-4F59-AA2E-F34EC2328DAD}" sibTransId="{0A1CA6FB-3573-4665-8146-F8273C0466D7}"/>
    <dgm:cxn modelId="{17BAF1C8-9090-5D4F-B055-B76D82813225}" type="presOf" srcId="{96CD1762-7325-4B98-9B9F-D3FAEE801FA5}" destId="{0051F0B4-B0FD-7448-BFC3-32A6AA2165BB}" srcOrd="0" destOrd="0" presId="urn:microsoft.com/office/officeart/2005/8/layout/matrix3"/>
    <dgm:cxn modelId="{35FD69CC-7F00-4068-8756-259DF365652A}" srcId="{96CD1762-7325-4B98-9B9F-D3FAEE801FA5}" destId="{2321FB46-4217-4717-937F-619A24698A18}" srcOrd="1" destOrd="0" parTransId="{4E70F032-FEE9-42D6-A733-7EEE830E87EA}" sibTransId="{40E37B90-9042-44D6-AC97-1451F9BF723F}"/>
    <dgm:cxn modelId="{2DFF0DE1-7E85-E048-ACCE-84F530D4DEC8}" type="presOf" srcId="{4422B400-5EDA-4191-948F-62D9604C9C63}" destId="{B19215DA-5DF2-BE44-AF4F-52E6C4A9B878}" srcOrd="0" destOrd="4" presId="urn:microsoft.com/office/officeart/2005/8/layout/matrix3"/>
    <dgm:cxn modelId="{78592B17-8D60-4E4A-8951-2AE6E79DFFF6}" type="presParOf" srcId="{0051F0B4-B0FD-7448-BFC3-32A6AA2165BB}" destId="{E1615D26-9D5A-8F42-BE33-8DE0C761C74A}" srcOrd="0" destOrd="0" presId="urn:microsoft.com/office/officeart/2005/8/layout/matrix3"/>
    <dgm:cxn modelId="{976D09D5-014B-A347-ACA7-B0F739F822A9}" type="presParOf" srcId="{0051F0B4-B0FD-7448-BFC3-32A6AA2165BB}" destId="{13BAED96-D7C7-3E4A-B0CE-B7156DD42553}" srcOrd="1" destOrd="0" presId="urn:microsoft.com/office/officeart/2005/8/layout/matrix3"/>
    <dgm:cxn modelId="{B6B7F8E7-ACC6-794F-ADCD-A95D59EEB711}" type="presParOf" srcId="{0051F0B4-B0FD-7448-BFC3-32A6AA2165BB}" destId="{B19215DA-5DF2-BE44-AF4F-52E6C4A9B878}" srcOrd="2" destOrd="0" presId="urn:microsoft.com/office/officeart/2005/8/layout/matrix3"/>
    <dgm:cxn modelId="{D9D695C9-C032-B347-83F6-7BAC9A6FF5B9}" type="presParOf" srcId="{0051F0B4-B0FD-7448-BFC3-32A6AA2165BB}" destId="{9195B957-E668-5741-8653-A697C20ED8FC}" srcOrd="3" destOrd="0" presId="urn:microsoft.com/office/officeart/2005/8/layout/matrix3"/>
    <dgm:cxn modelId="{9715CA43-D9D2-9C48-B492-77B7CE6988B2}" type="presParOf" srcId="{0051F0B4-B0FD-7448-BFC3-32A6AA2165BB}" destId="{02177DE9-BA5B-5C4F-904A-C66500556E3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61AA83-2F1F-604A-8575-ABB2EF56F757}">
      <dsp:nvSpPr>
        <dsp:cNvPr id="0" name=""/>
        <dsp:cNvSpPr/>
      </dsp:nvSpPr>
      <dsp:spPr>
        <a:xfrm>
          <a:off x="8634" y="619417"/>
          <a:ext cx="2013350" cy="6040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Maximize</a:t>
          </a:r>
        </a:p>
      </dsp:txBody>
      <dsp:txXfrm>
        <a:off x="8634" y="619417"/>
        <a:ext cx="2013350" cy="604005"/>
      </dsp:txXfrm>
    </dsp:sp>
    <dsp:sp modelId="{361E1058-0761-2E4E-9026-2621F2A1651C}">
      <dsp:nvSpPr>
        <dsp:cNvPr id="0" name=""/>
        <dsp:cNvSpPr/>
      </dsp:nvSpPr>
      <dsp:spPr>
        <a:xfrm>
          <a:off x="8634" y="1223423"/>
          <a:ext cx="2013350" cy="250849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Maximize total TRP for the 10 new programs</a:t>
          </a:r>
        </a:p>
      </dsp:txBody>
      <dsp:txXfrm>
        <a:off x="8634" y="1223423"/>
        <a:ext cx="2013350" cy="2508496"/>
      </dsp:txXfrm>
    </dsp:sp>
    <dsp:sp modelId="{180761AE-F95E-8E43-B7C6-45345F00D8D9}">
      <dsp:nvSpPr>
        <dsp:cNvPr id="0" name=""/>
        <dsp:cNvSpPr/>
      </dsp:nvSpPr>
      <dsp:spPr>
        <a:xfrm>
          <a:off x="2129879" y="619417"/>
          <a:ext cx="2013350" cy="604005"/>
        </a:xfrm>
        <a:prstGeom prst="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Place</a:t>
          </a:r>
        </a:p>
      </dsp:txBody>
      <dsp:txXfrm>
        <a:off x="2129879" y="619417"/>
        <a:ext cx="2013350" cy="604005"/>
      </dsp:txXfrm>
    </dsp:sp>
    <dsp:sp modelId="{4705D3A7-E085-E54C-897A-DA9CA6000986}">
      <dsp:nvSpPr>
        <dsp:cNvPr id="0" name=""/>
        <dsp:cNvSpPr/>
      </dsp:nvSpPr>
      <dsp:spPr>
        <a:xfrm>
          <a:off x="2129879" y="1223423"/>
          <a:ext cx="2013350" cy="2508496"/>
        </a:xfrm>
        <a:prstGeom prst="rect">
          <a:avLst/>
        </a:prstGeom>
        <a:solidFill>
          <a:schemeClr val="accent2">
            <a:tint val="40000"/>
            <a:alpha val="90000"/>
            <a:hueOff val="-212306"/>
            <a:satOff val="-18836"/>
            <a:lumOff val="-19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12306"/>
              <a:satOff val="-18836"/>
              <a:lumOff val="-1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Place all programs exactly once on the grid</a:t>
          </a:r>
        </a:p>
      </dsp:txBody>
      <dsp:txXfrm>
        <a:off x="2129879" y="1223423"/>
        <a:ext cx="2013350" cy="2508496"/>
      </dsp:txXfrm>
    </dsp:sp>
    <dsp:sp modelId="{BD0EFA22-5952-DC46-9751-9753E702B336}">
      <dsp:nvSpPr>
        <dsp:cNvPr id="0" name=""/>
        <dsp:cNvSpPr/>
      </dsp:nvSpPr>
      <dsp:spPr>
        <a:xfrm>
          <a:off x="4251124" y="619417"/>
          <a:ext cx="2013350" cy="604005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Respect</a:t>
          </a:r>
        </a:p>
      </dsp:txBody>
      <dsp:txXfrm>
        <a:off x="4251124" y="619417"/>
        <a:ext cx="2013350" cy="604005"/>
      </dsp:txXfrm>
    </dsp:sp>
    <dsp:sp modelId="{FB222511-2971-3946-AC01-ACF7AC9D5776}">
      <dsp:nvSpPr>
        <dsp:cNvPr id="0" name=""/>
        <dsp:cNvSpPr/>
      </dsp:nvSpPr>
      <dsp:spPr>
        <a:xfrm>
          <a:off x="4251124" y="1223423"/>
          <a:ext cx="2013350" cy="2508496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Respect constraints: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Duration rules (weekday = 1 hour, weekend = 2 hours)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Genre Spacing avoid same-genre consecutive programs)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Peak-hour TRP for maximum viewership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Weekend vs Weekday dynamics</a:t>
          </a:r>
        </a:p>
      </dsp:txBody>
      <dsp:txXfrm>
        <a:off x="4251124" y="1223423"/>
        <a:ext cx="2013350" cy="2508496"/>
      </dsp:txXfrm>
    </dsp:sp>
    <dsp:sp modelId="{E43811DD-608C-EF4C-AF3E-6F32E0EA17CE}">
      <dsp:nvSpPr>
        <dsp:cNvPr id="0" name=""/>
        <dsp:cNvSpPr/>
      </dsp:nvSpPr>
      <dsp:spPr>
        <a:xfrm>
          <a:off x="6372369" y="619417"/>
          <a:ext cx="2013350" cy="604005"/>
        </a:xfrm>
        <a:prstGeom prst="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Leverage</a:t>
          </a:r>
        </a:p>
      </dsp:txBody>
      <dsp:txXfrm>
        <a:off x="6372369" y="619417"/>
        <a:ext cx="2013350" cy="604005"/>
      </dsp:txXfrm>
    </dsp:sp>
    <dsp:sp modelId="{39A67C1D-5975-9D4E-BC6B-7663A4E05BFE}">
      <dsp:nvSpPr>
        <dsp:cNvPr id="0" name=""/>
        <dsp:cNvSpPr/>
      </dsp:nvSpPr>
      <dsp:spPr>
        <a:xfrm>
          <a:off x="6372369" y="1223423"/>
          <a:ext cx="2013350" cy="2508496"/>
        </a:xfrm>
        <a:prstGeom prst="rect">
          <a:avLst/>
        </a:prstGeom>
        <a:solidFill>
          <a:schemeClr val="accent2">
            <a:tint val="40000"/>
            <a:alpha val="90000"/>
            <a:hueOff val="-636919"/>
            <a:satOff val="-56510"/>
            <a:lumOff val="-5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36919"/>
              <a:satOff val="-56510"/>
              <a:lumOff val="-5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Leverage AI-generated metadata (subgenre, tone, violence, theme, age group)</a:t>
          </a:r>
        </a:p>
      </dsp:txBody>
      <dsp:txXfrm>
        <a:off x="6372369" y="1223423"/>
        <a:ext cx="2013350" cy="2508496"/>
      </dsp:txXfrm>
    </dsp:sp>
    <dsp:sp modelId="{EC89B57A-F433-044D-8432-55A199B7E666}">
      <dsp:nvSpPr>
        <dsp:cNvPr id="0" name=""/>
        <dsp:cNvSpPr/>
      </dsp:nvSpPr>
      <dsp:spPr>
        <a:xfrm>
          <a:off x="8493615" y="619417"/>
          <a:ext cx="2013350" cy="604005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Produce</a:t>
          </a:r>
        </a:p>
      </dsp:txBody>
      <dsp:txXfrm>
        <a:off x="8493615" y="619417"/>
        <a:ext cx="2013350" cy="604005"/>
      </dsp:txXfrm>
    </dsp:sp>
    <dsp:sp modelId="{6221659A-E4F7-AD41-B2CD-7E0B994F94E3}">
      <dsp:nvSpPr>
        <dsp:cNvPr id="0" name=""/>
        <dsp:cNvSpPr/>
      </dsp:nvSpPr>
      <dsp:spPr>
        <a:xfrm>
          <a:off x="8493615" y="1223423"/>
          <a:ext cx="2013350" cy="2508496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Produce a clear, readable, optimized weekly schedule</a:t>
          </a:r>
        </a:p>
      </dsp:txBody>
      <dsp:txXfrm>
        <a:off x="8493615" y="1223423"/>
        <a:ext cx="2013350" cy="25084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615D26-9D5A-8F42-BE33-8DE0C761C74A}">
      <dsp:nvSpPr>
        <dsp:cNvPr id="0" name=""/>
        <dsp:cNvSpPr/>
      </dsp:nvSpPr>
      <dsp:spPr>
        <a:xfrm>
          <a:off x="682185" y="0"/>
          <a:ext cx="5536141" cy="5536141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BAED96-D7C7-3E4A-B0CE-B7156DD42553}">
      <dsp:nvSpPr>
        <dsp:cNvPr id="0" name=""/>
        <dsp:cNvSpPr/>
      </dsp:nvSpPr>
      <dsp:spPr>
        <a:xfrm>
          <a:off x="1208118" y="525933"/>
          <a:ext cx="2159094" cy="215909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CP-SAT is a modern optimization solver by Google</a:t>
          </a:r>
        </a:p>
      </dsp:txBody>
      <dsp:txXfrm>
        <a:off x="1313516" y="631331"/>
        <a:ext cx="1948298" cy="1948298"/>
      </dsp:txXfrm>
    </dsp:sp>
    <dsp:sp modelId="{B19215DA-5DF2-BE44-AF4F-52E6C4A9B878}">
      <dsp:nvSpPr>
        <dsp:cNvPr id="0" name=""/>
        <dsp:cNvSpPr/>
      </dsp:nvSpPr>
      <dsp:spPr>
        <a:xfrm>
          <a:off x="3533298" y="525933"/>
          <a:ext cx="2159094" cy="215909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Designed for: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TV scheduling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Crew Scheduling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Manufacturing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Logistics</a:t>
          </a:r>
        </a:p>
      </dsp:txBody>
      <dsp:txXfrm>
        <a:off x="3638696" y="631331"/>
        <a:ext cx="1948298" cy="1948298"/>
      </dsp:txXfrm>
    </dsp:sp>
    <dsp:sp modelId="{9195B957-E668-5741-8653-A697C20ED8FC}">
      <dsp:nvSpPr>
        <dsp:cNvPr id="0" name=""/>
        <dsp:cNvSpPr/>
      </dsp:nvSpPr>
      <dsp:spPr>
        <a:xfrm>
          <a:off x="1208118" y="2851112"/>
          <a:ext cx="2159094" cy="215909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Works using: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Integer programming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Conflict-based search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Boolean Constraints</a:t>
          </a:r>
        </a:p>
      </dsp:txBody>
      <dsp:txXfrm>
        <a:off x="1313516" y="2956510"/>
        <a:ext cx="1948298" cy="1948298"/>
      </dsp:txXfrm>
    </dsp:sp>
    <dsp:sp modelId="{02177DE9-BA5B-5C4F-904A-C66500556E33}">
      <dsp:nvSpPr>
        <dsp:cNvPr id="0" name=""/>
        <dsp:cNvSpPr/>
      </dsp:nvSpPr>
      <dsp:spPr>
        <a:xfrm>
          <a:off x="3533298" y="2851112"/>
          <a:ext cx="2159094" cy="215909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Perfect for timetables with many rules</a:t>
          </a:r>
        </a:p>
      </dsp:txBody>
      <dsp:txXfrm>
        <a:off x="3638696" y="2956510"/>
        <a:ext cx="1948298" cy="19482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01C9-E3BA-BAB0-A507-6B3698FB7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676A14-30FE-EA07-C699-C74ED2FB1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13C55-15FF-C6CA-2EE4-646AB3540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C9D3-BE74-1F40-B357-5E5D0EEA6BC3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A646B-AEF7-BC76-C145-B0ADAF44E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45A5D-2EF7-7F86-F646-A32230F6B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DA99-DF75-D140-B465-8B74397C9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72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311D7-51D0-9CD0-F431-CE1B76EEC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6B6D1-B96E-CDAA-3A6E-24BFA2EBD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59398-EB2F-CC76-039D-42538C2C5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C9D3-BE74-1F40-B357-5E5D0EEA6BC3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B2CBC-FB5D-4DAA-7228-06C04F0FC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6EDB3-2075-2A84-E597-7CA6A8B9C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DA99-DF75-D140-B465-8B74397C9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24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9853-2D8C-3AB2-F6F9-6B18FB221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7F789-75F7-5D4C-F320-51E850AC5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5854D-3FC0-79AF-01DD-7B455CB48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C9D3-BE74-1F40-B357-5E5D0EEA6BC3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F9C42-C626-DCCF-302A-EA5275399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EADEE-C7B3-12DC-CA1B-DA2BC4D4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DA99-DF75-D140-B465-8B74397C9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9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953A0-098C-E88E-3C6B-9A7D12740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A925E-DC91-9CB6-0E3D-F46C374DB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2DDD9-F5F8-4E81-50F8-C005B81C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1E770-5567-6DA4-DB8F-13C806D7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C9D3-BE74-1F40-B357-5E5D0EEA6BC3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D6F56-2225-ED2D-966D-089F3BB47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6F75D-1C3A-350B-1AC5-CF4170C0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DA99-DF75-D140-B465-8B74397C9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59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0223-050A-05FD-39CA-D754153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38F64-A0A6-E123-B43E-F3335EB07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5BB9B-AB30-02E5-6067-15DA289E5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70E15-920A-F482-217B-AFBBFEA50F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DE72CA-DF35-0C48-2BB6-906A318189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42F6FC-59BF-9B99-D21E-6F45700A9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C9D3-BE74-1F40-B357-5E5D0EEA6BC3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333A43-4168-A8F2-E446-58C4B3AE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6452A9-8E11-6B36-A911-42BC19BB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DA99-DF75-D140-B465-8B74397C9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46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A4332-D466-59FF-E0A4-7702BB466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2DC93F-9337-34F3-EA1F-638E500A4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C9D3-BE74-1F40-B357-5E5D0EEA6BC3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05442-A02C-E7C2-A1CC-26320324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86E2C-F1D5-AC29-EE95-30A349A0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DA99-DF75-D140-B465-8B74397C9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9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E6B604-28D6-8CFE-9461-F7A3F357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C9D3-BE74-1F40-B357-5E5D0EEA6BC3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AEC80E-5F7B-6923-A13C-62EFD16DC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1D1E2-CC58-ECCE-4123-5AEBC3C3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DA99-DF75-D140-B465-8B74397C9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11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8BD1D-8DA2-E1CF-B988-374DFA445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068D7-0974-404B-D742-79FC24DF8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1CFE2-CF9E-B52E-7B59-82F0D46EF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06F8E-EE29-DE27-216C-F7ACFD508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C9D3-BE74-1F40-B357-5E5D0EEA6BC3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FD665-59DD-68C6-70A5-7446396E9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ABD2C-9841-E445-FC37-6F865D00B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DA99-DF75-D140-B465-8B74397C9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6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2CD37-EACF-954A-9FCA-2025B0D5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829732-165F-D347-6777-FE53977CF6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F0CB2-AB51-F082-5E41-E9C2629D3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01B40-752A-7FED-E38F-83934BA99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C9D3-BE74-1F40-B357-5E5D0EEA6BC3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05A52-E21C-4EE1-25E6-50284C991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EDADF-A524-DA2E-26CD-44E95FCD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DA99-DF75-D140-B465-8B74397C9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76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5D3A-C5FE-900D-CA83-81CC9B980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99FB8-1E56-DB4E-D176-838B523DA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3BB2D-5596-ECED-50B2-6B25FCF9E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C9D3-BE74-1F40-B357-5E5D0EEA6BC3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0E4DC-091D-C3B4-07A2-4C926435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7569F-CFEC-E0D2-08A3-A9B9F4E2A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DA99-DF75-D140-B465-8B74397C9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87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D35971-CB89-1C50-52B5-1370A9391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D83F94-5DD7-9D03-531B-E5A240CFE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C4456-88ED-665E-65B3-5F7B7BDF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C9D3-BE74-1F40-B357-5E5D0EEA6BC3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3AC20-47BF-A906-A840-B9C6413F7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05760-179B-A41A-513F-41844AB9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DA99-DF75-D140-B465-8B74397C9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91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641A70-7020-0E56-B4B1-942F95436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ED4C0-1589-4C4F-1767-010C70CCC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5CC9F-B1B2-805C-C142-4A0B34C0B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0C9D3-BE74-1F40-B357-5E5D0EEA6BC3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53783-E6B9-EF48-BEE1-86A8DA5B3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BE778-0CB5-32B0-E2C0-5F13CF425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CDA99-DF75-D140-B465-8B74397C9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4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DBCACD25-F35C-8C0F-2FBC-AB4F9F1446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DC1428-F936-D874-AACA-392415186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Optimizing TV Program Scheduling</a:t>
            </a:r>
            <a:b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83F77-E068-87B3-B144-6CD85BC97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 Mohamad Knio</a:t>
            </a:r>
          </a:p>
        </p:txBody>
      </p:sp>
    </p:spTree>
    <p:extLst>
      <p:ext uri="{BB962C8B-B14F-4D97-AF65-F5344CB8AC3E}">
        <p14:creationId xmlns:p14="http://schemas.microsoft.com/office/powerpoint/2010/main" val="1936901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28700"/>
    </mc:Choice>
    <mc:Fallback>
      <p:transition spd="slow" advTm="28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extLst>
    <p:ext uri="{3A86A75C-4F4B-4683-9AE1-C65F6400EC91}">
      <p14:laserTraceLst xmlns:p14="http://schemas.microsoft.com/office/powerpoint/2010/main">
        <p14:tracePtLst>
          <p14:tracePt t="17116" x="4014788" y="6094413"/>
          <p14:tracePt t="17120" x="5084763" y="4586288"/>
          <p14:tracePt t="17127" x="5051425" y="4702175"/>
          <p14:tracePt t="17242" x="5332413" y="6683375"/>
          <p14:tracePt t="17243" x="5349875" y="6683375"/>
          <p14:tracePt t="17260" x="5391150" y="6708775"/>
          <p14:tracePt t="17276" x="5432425" y="6724650"/>
          <p14:tracePt t="17292" x="5465763" y="6742113"/>
          <p14:tracePt t="17309" x="5491163" y="6757988"/>
          <p14:tracePt t="17326" x="5491163" y="6783388"/>
          <p14:tracePt t="17343" x="5507038" y="6816725"/>
          <p14:tracePt t="18089" x="0" y="0"/>
        </p14:tracePtLst>
        <p14:tracePtLst>
          <p14:tracePt t="20349" x="4511675" y="6227763"/>
          <p14:tracePt t="20352" x="6916738" y="2263775"/>
          <p14:tracePt t="20353" x="6934200" y="2271713"/>
          <p14:tracePt t="20354" x="8343900" y="3714750"/>
          <p14:tracePt t="20362" x="8310563" y="3748088"/>
          <p14:tracePt t="20384" x="8094663" y="3881438"/>
          <p14:tracePt t="20394" x="7986713" y="3938588"/>
          <p14:tracePt t="20410" x="7796213" y="4005263"/>
          <p14:tracePt t="20425" x="7489825" y="4097338"/>
          <p14:tracePt t="20442" x="7065963" y="4187825"/>
          <p14:tracePt t="20459" x="6577013" y="4262438"/>
          <p14:tracePt t="20475" x="6211888" y="4329113"/>
          <p14:tracePt t="20492" x="6037263" y="4362450"/>
          <p14:tracePt t="20509" x="5888038" y="4403725"/>
          <p14:tracePt t="20525" x="5830888" y="4403725"/>
          <p14:tracePt t="20541" x="5813425" y="4403725"/>
          <p14:tracePt t="20592" x="5846763" y="4419600"/>
          <p14:tracePt t="20610" x="5921375" y="4452938"/>
          <p14:tracePt t="20625" x="5995988" y="4452938"/>
          <p14:tracePt t="20642" x="6054725" y="4460875"/>
          <p14:tracePt t="20658" x="6080125" y="4460875"/>
          <p14:tracePt t="20675" x="6096000" y="4460875"/>
          <p14:tracePt t="20708" x="6129338" y="4460875"/>
          <p14:tracePt t="20725" x="6186488" y="4494213"/>
          <p14:tracePt t="20742" x="6327775" y="4535488"/>
          <p14:tracePt t="20759" x="6477000" y="4568825"/>
          <p14:tracePt t="20775" x="6577013" y="4568825"/>
          <p14:tracePt t="20792" x="6667500" y="4586288"/>
          <p14:tracePt t="20810" x="6818313" y="4586288"/>
          <p14:tracePt t="20825" x="6859588" y="4586288"/>
          <p14:tracePt t="20842" x="6934200" y="4568825"/>
          <p14:tracePt t="20858" x="6950075" y="4568825"/>
          <p14:tracePt t="20892" x="6958013" y="4568825"/>
          <p14:tracePt t="20909" x="6975475" y="4552950"/>
          <p14:tracePt t="20925" x="6975475" y="4511675"/>
          <p14:tracePt t="20942" x="6958013" y="4460875"/>
          <p14:tracePt t="20959" x="6900863" y="4386263"/>
          <p14:tracePt t="20976" x="6784975" y="4303713"/>
          <p14:tracePt t="20992" x="6626225" y="4171950"/>
          <p14:tracePt t="21010" x="6477000" y="4071938"/>
          <p14:tracePt t="21025" x="6378575" y="3979863"/>
          <p14:tracePt t="21042" x="6229350" y="3889375"/>
          <p14:tracePt t="21059" x="6111875" y="3863975"/>
          <p14:tracePt t="21076" x="5946775" y="3863975"/>
          <p14:tracePt t="21092" x="5813425" y="3905250"/>
          <p14:tracePt t="21109" x="5622925" y="4071938"/>
          <p14:tracePt t="21125" x="5507038" y="4213225"/>
          <p14:tracePt t="21142" x="5373688" y="4403725"/>
          <p14:tracePt t="21159" x="5291138" y="4552950"/>
          <p14:tracePt t="21176" x="5275263" y="4727575"/>
          <p14:tracePt t="21192" x="5316538" y="4843463"/>
          <p14:tracePt t="21209" x="5432425" y="4933950"/>
          <p14:tracePt t="21225" x="5681663" y="4975225"/>
          <p14:tracePt t="21242" x="6054725" y="4933950"/>
          <p14:tracePt t="21258" x="6361113" y="4843463"/>
          <p14:tracePt t="21276" x="6892925" y="4594225"/>
          <p14:tracePt t="21292" x="7199313" y="4362450"/>
          <p14:tracePt t="21309" x="7405688" y="4138613"/>
          <p14:tracePt t="21325" x="7505700" y="3979863"/>
          <p14:tracePt t="21342" x="7539038" y="3806825"/>
          <p14:tracePt t="21358" x="7539038" y="3714750"/>
          <p14:tracePt t="21376" x="7464425" y="3640138"/>
          <p14:tracePt t="22396" x="2803525" y="4586288"/>
          <p14:tracePt t="22398" x="2852738" y="4594225"/>
          <p14:tracePt t="22414" x="2994025" y="4610100"/>
          <p14:tracePt t="22426" x="3101975" y="4627563"/>
          <p14:tracePt t="22442" x="3557588" y="4727575"/>
          <p14:tracePt t="22459" x="3981450" y="4802188"/>
          <p14:tracePt t="22476" x="4395788" y="4876800"/>
          <p14:tracePt t="22492" x="4611688" y="4918075"/>
          <p14:tracePt t="22509" x="4786313" y="4975225"/>
          <p14:tracePt t="22525" x="4876800" y="5026025"/>
          <p14:tracePt t="22542" x="4860925" y="5083175"/>
          <p14:tracePt t="22559" x="4727575" y="5157788"/>
          <p14:tracePt t="22576" x="4246563" y="5273675"/>
          <p14:tracePt t="22592" x="3333750" y="5373688"/>
          <p14:tracePt t="22610" x="1957388" y="5414963"/>
          <p14:tracePt t="22626" x="804863" y="5373688"/>
          <p14:tracePt t="22741" x="862013" y="4195763"/>
          <p14:tracePt t="22758" x="1525588" y="3806825"/>
          <p14:tracePt t="22776" x="2479675" y="3292475"/>
          <p14:tracePt t="22792" x="3367088" y="2911475"/>
          <p14:tracePt t="22809" x="4022725" y="2686050"/>
          <p14:tracePt t="22825" x="4935538" y="2495550"/>
          <p14:tracePt t="22842" x="5599113" y="2479675"/>
          <p14:tracePt t="22858" x="6137275" y="2587625"/>
          <p14:tracePt t="22876" x="6453188" y="2703513"/>
          <p14:tracePt t="22892" x="6667500" y="2878138"/>
          <p14:tracePt t="22909" x="6842125" y="3084513"/>
          <p14:tracePt t="22925" x="6950075" y="3349625"/>
          <p14:tracePt t="22942" x="6991350" y="3624263"/>
          <p14:tracePt t="22958" x="6975475" y="3905250"/>
          <p14:tracePt t="22976" x="6900863" y="4113213"/>
          <p14:tracePt t="22992" x="6800850" y="4287838"/>
          <p14:tracePt t="23010" x="6710363" y="4386263"/>
          <p14:tracePt t="23025" x="6651625" y="4437063"/>
          <p14:tracePt t="23042" x="6551613" y="4437063"/>
          <p14:tracePt t="23058" x="6453188" y="4386263"/>
          <p14:tracePt t="23076" x="6286500" y="4262438"/>
          <p14:tracePt t="23092" x="6021388" y="3997325"/>
          <p14:tracePt t="23109" x="5614988" y="3598863"/>
          <p14:tracePt t="23125" x="5424488" y="3390900"/>
          <p14:tracePt t="23143" x="5316538" y="3184525"/>
          <p14:tracePt t="23159" x="5349875" y="3068638"/>
          <p14:tracePt t="23176" x="5432425" y="2935288"/>
          <p14:tracePt t="23192" x="5524500" y="2860675"/>
          <p14:tracePt t="23210" x="5640388" y="2803525"/>
          <p14:tracePt t="23225" x="5813425" y="2786063"/>
          <p14:tracePt t="23241" x="6054725" y="2803525"/>
          <p14:tracePt t="23258" x="6327775" y="2894013"/>
          <p14:tracePt t="23276" x="6569075" y="3027363"/>
          <p14:tracePt t="23292" x="6710363" y="3159125"/>
          <p14:tracePt t="23309" x="6818313" y="3349625"/>
          <p14:tracePt t="23325" x="6875463" y="3508375"/>
          <p14:tracePt t="23342" x="6900863" y="3714750"/>
          <p14:tracePt t="23358" x="6900863" y="3881438"/>
          <p14:tracePt t="23376" x="6900863" y="4071938"/>
          <p14:tracePt t="23392" x="6859588" y="4195763"/>
          <p14:tracePt t="23410" x="6800850" y="4262438"/>
          <p14:tracePt t="23425" x="6710363" y="4321175"/>
          <p14:tracePt t="24465" x="5291138" y="3259138"/>
          <p14:tracePt t="25492" x="5299075" y="3259138"/>
          <p14:tracePt t="25508" x="5357813" y="3275013"/>
          <p14:tracePt t="25525" x="5481638" y="3300413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71A55-961B-7E36-3DF4-E49435E5F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A23F9-15E8-CB0A-D712-511B0AE8D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Place 10 new programs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optimally on the weekly TV grid</a:t>
            </a: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Manual scheduling is </a:t>
            </a: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slow, error-prone, and biased</a:t>
            </a: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conflicting constraints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: genre spacing, program duration, peak vs off-peak slots</a:t>
            </a: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TRP varies </a:t>
            </a: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hourly and daily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, making manual optimization difficult</a:t>
            </a: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Weekend vs weekday </a:t>
            </a: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patterns differ</a:t>
            </a: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D90AF2-6092-9191-8A0A-91FF42F50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596" y="2759203"/>
            <a:ext cx="4909678" cy="35516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C1F49E-D62B-23CE-8677-989783E87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8" y="2759202"/>
            <a:ext cx="7000407" cy="297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03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62"/>
    </mc:Choice>
    <mc:Fallback xmlns="">
      <p:transition spd="slow" advTm="1206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E24D84-A957-A7E4-2B96-B384B41432C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98899-0539-0C0E-A73C-4EE5FC4F0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38165F-2F7E-5227-9AD3-FBAC7EDC9D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12093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284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38283-79CE-77BA-F379-29E90F55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Feature Engineering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40044-2B1D-4F2E-6FD7-98A1C364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engineered columns:</a:t>
            </a:r>
          </a:p>
          <a:p>
            <a:pPr lvl="1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Time slots indexed (0–47)</a:t>
            </a:r>
          </a:p>
          <a:p>
            <a:pPr lvl="1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TRP scaled 0-1</a:t>
            </a:r>
          </a:p>
          <a:p>
            <a:pPr lvl="1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Peak-Hour identified</a:t>
            </a:r>
          </a:p>
          <a:p>
            <a:pPr lvl="1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Genre Compatibility  and duration blocks </a:t>
            </a:r>
          </a:p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LLM-generated metadata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for all programs:</a:t>
            </a:r>
          </a:p>
          <a:p>
            <a:pPr lvl="1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Subgenre, Tone, Violence, Theme, Age group</a:t>
            </a:r>
          </a:p>
          <a:p>
            <a:pPr lvl="1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Used to improve CP-SAT optimization and meaningful program placement</a:t>
            </a:r>
          </a:p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Insights extracted from historical data:</a:t>
            </a:r>
          </a:p>
          <a:p>
            <a:pPr lvl="1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Weekend vs Weekday patterns differ between genres</a:t>
            </a:r>
          </a:p>
          <a:p>
            <a:pPr lvl="1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Empty vs Peak slots </a:t>
            </a:r>
          </a:p>
          <a:p>
            <a:pPr lvl="1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Pattern that guide optimal scheduling</a:t>
            </a:r>
          </a:p>
        </p:txBody>
      </p:sp>
      <p:pic>
        <p:nvPicPr>
          <p:cNvPr id="4" name="Picture 3" descr="A graph with colored lines and numbers&#10;&#10;AI-generated content may be incorrect.">
            <a:extLst>
              <a:ext uri="{FF2B5EF4-FFF2-40B4-BE49-F238E27FC236}">
                <a16:creationId xmlns:a16="http://schemas.microsoft.com/office/drawing/2014/main" id="{0848068A-E241-7026-9CFA-772B55472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992" y="482600"/>
            <a:ext cx="5483095" cy="2645592"/>
          </a:xfrm>
          <a:prstGeom prst="rect">
            <a:avLst/>
          </a:prstGeom>
        </p:spPr>
      </p:pic>
      <p:pic>
        <p:nvPicPr>
          <p:cNvPr id="5" name="Picture 4" descr="A graph with colorful lines and dots&#10;&#10;AI-generated content may be incorrect.">
            <a:extLst>
              <a:ext uri="{FF2B5EF4-FFF2-40B4-BE49-F238E27FC236}">
                <a16:creationId xmlns:a16="http://schemas.microsoft.com/office/drawing/2014/main" id="{73A98704-5A07-A0B0-9CE3-BFE99952C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990" y="3393998"/>
            <a:ext cx="5483097" cy="264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6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31FFD-0C5E-4C33-AEC7-0AD924B0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CP-SAT: The Industry-Standard for TV Scheduling</a:t>
            </a:r>
            <a:endParaRPr lang="en-US" sz="3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CFC3B-AE95-E746-F94C-A335329F1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 has high variance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guaranteed to satisfy constraints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hundreds of generations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place shows at nonsense times (e.g. Comedy at 5AM)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CP-SAT: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for scheduling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as many constraints as possible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Guarantees an optimal or near-optimal solution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CP-SAT is the industry-standard choice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53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400BB4-ECF8-EFAA-B822-87F42C820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>
                <a:latin typeface="Times New Roman" panose="02020603050405020304" pitchFamily="18" charset="0"/>
                <a:cs typeface="Times New Roman" panose="02020603050405020304" pitchFamily="18" charset="0"/>
              </a:rPr>
              <a:t>CP-SAT Overview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3AAB69-EBE7-D1E5-9E1F-7AA57DC771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992247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4592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242C6-A44A-BA18-CDF9-EBA9CC22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</a:t>
            </a:r>
          </a:p>
        </p:txBody>
      </p:sp>
      <p:pic>
        <p:nvPicPr>
          <p:cNvPr id="13" name="Content Placeholder 12" descr="A screen shot of a calendar&#10;&#10;AI-generated content may be incorrect.">
            <a:extLst>
              <a:ext uri="{FF2B5EF4-FFF2-40B4-BE49-F238E27FC236}">
                <a16:creationId xmlns:a16="http://schemas.microsoft.com/office/drawing/2014/main" id="{E5298DF9-2457-ACE2-A058-9FD070767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04945"/>
            <a:ext cx="10905066" cy="433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088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301</Words>
  <Application>Microsoft Macintosh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Optimizing TV Program Scheduling </vt:lpstr>
      <vt:lpstr>Problem Statement</vt:lpstr>
      <vt:lpstr>Objectives</vt:lpstr>
      <vt:lpstr>Data &amp; Feature Engineering</vt:lpstr>
      <vt:lpstr>CP-SAT: The Industry-Standard for TV Scheduling</vt:lpstr>
      <vt:lpstr>CP-SAT Overview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Mohamad Knio (Alumni)</dc:creator>
  <cp:lastModifiedBy>Mohamad Knio (Alumni)</cp:lastModifiedBy>
  <cp:revision>9</cp:revision>
  <dcterms:created xsi:type="dcterms:W3CDTF">2025-11-27T20:49:33Z</dcterms:created>
  <dcterms:modified xsi:type="dcterms:W3CDTF">2025-11-30T11:48:10Z</dcterms:modified>
</cp:coreProperties>
</file>